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63"/>
  </p:notesMasterIdLst>
  <p:sldIdLst>
    <p:sldId id="256" r:id="rId2"/>
    <p:sldId id="2134805285" r:id="rId3"/>
    <p:sldId id="2146847204" r:id="rId4"/>
    <p:sldId id="2146847203" r:id="rId5"/>
    <p:sldId id="2146847213" r:id="rId6"/>
    <p:sldId id="2146847194" r:id="rId7"/>
    <p:sldId id="2146847198" r:id="rId8"/>
    <p:sldId id="2146847199" r:id="rId9"/>
    <p:sldId id="2146847200" r:id="rId10"/>
    <p:sldId id="2146847201" r:id="rId11"/>
    <p:sldId id="2146847202" r:id="rId12"/>
    <p:sldId id="2146847195" r:id="rId13"/>
    <p:sldId id="2146847215" r:id="rId14"/>
    <p:sldId id="2146847223" r:id="rId15"/>
    <p:sldId id="2146847216" r:id="rId16"/>
    <p:sldId id="2146847217" r:id="rId17"/>
    <p:sldId id="2146847225" r:id="rId18"/>
    <p:sldId id="2146847230" r:id="rId19"/>
    <p:sldId id="2146847231" r:id="rId20"/>
    <p:sldId id="2146847232" r:id="rId21"/>
    <p:sldId id="2146847233" r:id="rId22"/>
    <p:sldId id="2146847228" r:id="rId23"/>
    <p:sldId id="2146847229" r:id="rId24"/>
    <p:sldId id="2146847227" r:id="rId25"/>
    <p:sldId id="2146847226" r:id="rId26"/>
    <p:sldId id="2146847197" r:id="rId27"/>
    <p:sldId id="2146847196" r:id="rId28"/>
    <p:sldId id="2146847205" r:id="rId29"/>
    <p:sldId id="2146847206" r:id="rId30"/>
    <p:sldId id="2146847207" r:id="rId31"/>
    <p:sldId id="2146847238" r:id="rId32"/>
    <p:sldId id="2146847237" r:id="rId33"/>
    <p:sldId id="2146847236" r:id="rId34"/>
    <p:sldId id="2146847235" r:id="rId35"/>
    <p:sldId id="2146847212" r:id="rId36"/>
    <p:sldId id="2146847239" r:id="rId37"/>
    <p:sldId id="2146847240" r:id="rId38"/>
    <p:sldId id="2146847241" r:id="rId39"/>
    <p:sldId id="2146847242" r:id="rId40"/>
    <p:sldId id="2146847209" r:id="rId41"/>
    <p:sldId id="2146847244" r:id="rId42"/>
    <p:sldId id="2146847243" r:id="rId43"/>
    <p:sldId id="2146847245" r:id="rId44"/>
    <p:sldId id="2146847246" r:id="rId45"/>
    <p:sldId id="2146847247" r:id="rId46"/>
    <p:sldId id="2146847210" r:id="rId47"/>
    <p:sldId id="2146847252" r:id="rId48"/>
    <p:sldId id="2146847253" r:id="rId49"/>
    <p:sldId id="2146847254" r:id="rId50"/>
    <p:sldId id="2146847255" r:id="rId51"/>
    <p:sldId id="2146847256" r:id="rId52"/>
    <p:sldId id="2146847257" r:id="rId53"/>
    <p:sldId id="2146847248" r:id="rId54"/>
    <p:sldId id="2146847249" r:id="rId55"/>
    <p:sldId id="2146847250" r:id="rId56"/>
    <p:sldId id="2146847251" r:id="rId57"/>
    <p:sldId id="2146847258" r:id="rId58"/>
    <p:sldId id="2146847211" r:id="rId59"/>
    <p:sldId id="2146847259" r:id="rId60"/>
    <p:sldId id="2146847260" r:id="rId61"/>
    <p:sldId id="2134805283" r:id="rId6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8B10"/>
    <a:srgbClr val="666666"/>
    <a:srgbClr val="001135"/>
    <a:srgbClr val="001D47"/>
    <a:srgbClr val="0A0908"/>
    <a:srgbClr val="333333"/>
    <a:srgbClr val="FFFFFF"/>
    <a:srgbClr val="CCCCCC"/>
    <a:srgbClr val="FFFB00"/>
    <a:srgbClr val="FF3154"/>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696" autoAdjust="0"/>
    <p:restoredTop sz="94685" autoAdjust="0"/>
  </p:normalViewPr>
  <p:slideViewPr>
    <p:cSldViewPr snapToGrid="0">
      <p:cViewPr varScale="1">
        <p:scale>
          <a:sx n="146" d="100"/>
          <a:sy n="146" d="100"/>
        </p:scale>
        <p:origin x="762" y="114"/>
      </p:cViewPr>
      <p:guideLst/>
    </p:cSldViewPr>
  </p:slideViewPr>
  <p:notesTextViewPr>
    <p:cViewPr>
      <p:scale>
        <a:sx n="3" d="2"/>
        <a:sy n="3" d="2"/>
      </p:scale>
      <p:origin x="0" y="0"/>
    </p:cViewPr>
  </p:notesTextViewPr>
  <p:sorterViewPr>
    <p:cViewPr varScale="1">
      <p:scale>
        <a:sx n="1" d="1"/>
        <a:sy n="1" d="1"/>
      </p:scale>
      <p:origin x="0" y="-280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03831C-DEBA-4A3A-8C36-FD8115E217DA}" type="datetimeFigureOut">
              <a:rPr lang="en-US" smtClean="0"/>
              <a:t>11/13/2024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D4EF5B-ECC8-43EE-A509-D601DDF42AD0}" type="slidenum">
              <a:rPr lang="en-US" smtClean="0"/>
              <a:t>‹#›</a:t>
            </a:fld>
            <a:endParaRPr lang="en-US"/>
          </a:p>
        </p:txBody>
      </p:sp>
    </p:spTree>
    <p:extLst>
      <p:ext uri="{BB962C8B-B14F-4D97-AF65-F5344CB8AC3E}">
        <p14:creationId xmlns:p14="http://schemas.microsoft.com/office/powerpoint/2010/main" val="2115180439"/>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jpe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1.1 - Blank">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3D6A4B7-704E-AAAA-B16B-0F7877CA50B3}"/>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10" name="TextBox 9">
            <a:extLst>
              <a:ext uri="{FF2B5EF4-FFF2-40B4-BE49-F238E27FC236}">
                <a16:creationId xmlns:a16="http://schemas.microsoft.com/office/drawing/2014/main" id="{A2CC8E39-9A4E-A4DF-F50E-11E2BDCAFF74}"/>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1" name="Slide Number Placeholder 5">
            <a:extLst>
              <a:ext uri="{FF2B5EF4-FFF2-40B4-BE49-F238E27FC236}">
                <a16:creationId xmlns:a16="http://schemas.microsoft.com/office/drawing/2014/main" id="{54684DA7-0D8A-B949-344B-2DA84CB93D5D}"/>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3" name="Footer Placeholder 2">
            <a:extLst>
              <a:ext uri="{FF2B5EF4-FFF2-40B4-BE49-F238E27FC236}">
                <a16:creationId xmlns:a16="http://schemas.microsoft.com/office/drawing/2014/main" id="{6E4F0CF6-F16F-8670-1980-E9ED719A0C64}"/>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cxnSp>
        <p:nvCxnSpPr>
          <p:cNvPr id="2" name="Straight Connector 1">
            <a:extLst>
              <a:ext uri="{FF2B5EF4-FFF2-40B4-BE49-F238E27FC236}">
                <a16:creationId xmlns:a16="http://schemas.microsoft.com/office/drawing/2014/main" id="{6457C485-AAE3-8CE0-B84B-C83F4093C08C}"/>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8778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1.2 - Title">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dirty="0"/>
              <a:t>Click to edit headline</a:t>
            </a:r>
          </a:p>
        </p:txBody>
      </p:sp>
      <p:pic>
        <p:nvPicPr>
          <p:cNvPr id="2" name="Graphic 1">
            <a:extLst>
              <a:ext uri="{FF2B5EF4-FFF2-40B4-BE49-F238E27FC236}">
                <a16:creationId xmlns:a16="http://schemas.microsoft.com/office/drawing/2014/main" id="{60A88A15-3ABC-3274-AAF4-8A412DDB8F13}"/>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14" name="TextBox 13">
            <a:extLst>
              <a:ext uri="{FF2B5EF4-FFF2-40B4-BE49-F238E27FC236}">
                <a16:creationId xmlns:a16="http://schemas.microsoft.com/office/drawing/2014/main" id="{B4AE9558-F65E-E57A-5394-E3FBBB881C02}"/>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5" name="Slide Number Placeholder 5">
            <a:extLst>
              <a:ext uri="{FF2B5EF4-FFF2-40B4-BE49-F238E27FC236}">
                <a16:creationId xmlns:a16="http://schemas.microsoft.com/office/drawing/2014/main" id="{792A02F9-A52E-683F-E045-1AFEBB2E551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6" name="Footer Placeholder 2">
            <a:extLst>
              <a:ext uri="{FF2B5EF4-FFF2-40B4-BE49-F238E27FC236}">
                <a16:creationId xmlns:a16="http://schemas.microsoft.com/office/drawing/2014/main" id="{2949A3C7-28A6-58FC-0E18-DC956F4648A9}"/>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cxnSp>
        <p:nvCxnSpPr>
          <p:cNvPr id="3" name="Straight Connector 2">
            <a:extLst>
              <a:ext uri="{FF2B5EF4-FFF2-40B4-BE49-F238E27FC236}">
                <a16:creationId xmlns:a16="http://schemas.microsoft.com/office/drawing/2014/main" id="{74AA98FC-E577-274F-771E-82560F85DC94}"/>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9206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1.3 - Tex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8308800" cy="3118980"/>
          </a:xfrm>
          <a:prstGeom prst="rect">
            <a:avLst/>
          </a:prstGeom>
        </p:spPr>
        <p:txBody>
          <a:bodyPr lIns="0" tIns="0" rIns="0" bIns="0"/>
          <a:lstStyle>
            <a:lvl1pPr marL="0" indent="0">
              <a:lnSpc>
                <a:spcPct val="100000"/>
              </a:lnSpc>
              <a:spcBef>
                <a:spcPts val="0"/>
              </a:spcBef>
              <a:spcAft>
                <a:spcPts val="600"/>
              </a:spcAft>
              <a:buSzPct val="70000"/>
              <a:buNone/>
              <a:defRPr sz="1200">
                <a:solidFill>
                  <a:schemeClr val="tx2"/>
                </a:solidFill>
              </a:defRPr>
            </a:lvl1pPr>
            <a:lvl2pPr marL="180000" indent="0">
              <a:lnSpc>
                <a:spcPct val="100000"/>
              </a:lnSpc>
              <a:spcBef>
                <a:spcPts val="0"/>
              </a:spcBef>
              <a:spcAft>
                <a:spcPts val="600"/>
              </a:spcAft>
              <a:buSzPct val="70000"/>
              <a:buNone/>
              <a:defRPr sz="1200">
                <a:solidFill>
                  <a:schemeClr val="tx2"/>
                </a:solidFill>
              </a:defRPr>
            </a:lvl2pPr>
            <a:lvl3pPr marL="360000" indent="0">
              <a:lnSpc>
                <a:spcPct val="100000"/>
              </a:lnSpc>
              <a:spcBef>
                <a:spcPts val="0"/>
              </a:spcBef>
              <a:spcAft>
                <a:spcPts val="600"/>
              </a:spcAft>
              <a:buSzPct val="70000"/>
              <a:buNone/>
              <a:defRPr sz="1200">
                <a:solidFill>
                  <a:schemeClr val="tx2"/>
                </a:solidFill>
              </a:defRPr>
            </a:lvl3pPr>
            <a:lvl4pPr marL="540000" indent="0">
              <a:lnSpc>
                <a:spcPct val="100000"/>
              </a:lnSpc>
              <a:spcBef>
                <a:spcPts val="0"/>
              </a:spcBef>
              <a:spcAft>
                <a:spcPts val="600"/>
              </a:spcAft>
              <a:buSzPct val="70000"/>
              <a:buNone/>
              <a:defRPr sz="1200">
                <a:solidFill>
                  <a:schemeClr val="tx2"/>
                </a:solidFill>
              </a:defRPr>
            </a:lvl4pPr>
            <a:lvl5pPr marL="720000" indent="0">
              <a:lnSpc>
                <a:spcPct val="100000"/>
              </a:lnSpc>
              <a:spcBef>
                <a:spcPts val="0"/>
              </a:spcBef>
              <a:spcAft>
                <a:spcPts val="600"/>
              </a:spcAft>
              <a:buSzPct val="70000"/>
              <a:buNone/>
              <a:defRPr sz="1200">
                <a:solidFill>
                  <a:schemeClr val="tx2"/>
                </a:solidFil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pic>
        <p:nvPicPr>
          <p:cNvPr id="3" name="Graphic 2">
            <a:extLst>
              <a:ext uri="{FF2B5EF4-FFF2-40B4-BE49-F238E27FC236}">
                <a16:creationId xmlns:a16="http://schemas.microsoft.com/office/drawing/2014/main" id="{752AD69E-8972-FFEB-3CDF-810FC2C15BEB}"/>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15" name="TextBox 14">
            <a:extLst>
              <a:ext uri="{FF2B5EF4-FFF2-40B4-BE49-F238E27FC236}">
                <a16:creationId xmlns:a16="http://schemas.microsoft.com/office/drawing/2014/main" id="{31A68076-E163-16F0-6643-612506DC25C6}"/>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6" name="Slide Number Placeholder 5">
            <a:extLst>
              <a:ext uri="{FF2B5EF4-FFF2-40B4-BE49-F238E27FC236}">
                <a16:creationId xmlns:a16="http://schemas.microsoft.com/office/drawing/2014/main" id="{DDBD7350-FFE3-8F35-04ED-B83CAB700A0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7" name="Footer Placeholder 2">
            <a:extLst>
              <a:ext uri="{FF2B5EF4-FFF2-40B4-BE49-F238E27FC236}">
                <a16:creationId xmlns:a16="http://schemas.microsoft.com/office/drawing/2014/main" id="{4E90EBC0-49DE-3234-6D8A-7B5E88E2D975}"/>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cxnSp>
        <p:nvCxnSpPr>
          <p:cNvPr id="2" name="Straight Connector 1">
            <a:extLst>
              <a:ext uri="{FF2B5EF4-FFF2-40B4-BE49-F238E27FC236}">
                <a16:creationId xmlns:a16="http://schemas.microsoft.com/office/drawing/2014/main" id="{4147FFC8-BCFC-9C91-34CB-FA2757B9FCD8}"/>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7089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1.4 - 1xBulle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83088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pic>
        <p:nvPicPr>
          <p:cNvPr id="3" name="Graphic 2">
            <a:extLst>
              <a:ext uri="{FF2B5EF4-FFF2-40B4-BE49-F238E27FC236}">
                <a16:creationId xmlns:a16="http://schemas.microsoft.com/office/drawing/2014/main" id="{3772E5D1-F4A4-5034-E057-717754E35435}"/>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15" name="TextBox 14">
            <a:extLst>
              <a:ext uri="{FF2B5EF4-FFF2-40B4-BE49-F238E27FC236}">
                <a16:creationId xmlns:a16="http://schemas.microsoft.com/office/drawing/2014/main" id="{D5C5286A-148E-6CAC-4953-28CEC8A7AC65}"/>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6" name="Slide Number Placeholder 5">
            <a:extLst>
              <a:ext uri="{FF2B5EF4-FFF2-40B4-BE49-F238E27FC236}">
                <a16:creationId xmlns:a16="http://schemas.microsoft.com/office/drawing/2014/main" id="{8C09A251-3EA9-3813-C32A-42674B11B3BE}"/>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7" name="Footer Placeholder 2">
            <a:extLst>
              <a:ext uri="{FF2B5EF4-FFF2-40B4-BE49-F238E27FC236}">
                <a16:creationId xmlns:a16="http://schemas.microsoft.com/office/drawing/2014/main" id="{4DDBC5E9-DF95-1530-C94F-AC94C8FDD7BF}"/>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cxnSp>
        <p:nvCxnSpPr>
          <p:cNvPr id="2" name="Straight Connector 1">
            <a:extLst>
              <a:ext uri="{FF2B5EF4-FFF2-40B4-BE49-F238E27FC236}">
                <a16:creationId xmlns:a16="http://schemas.microsoft.com/office/drawing/2014/main" id="{79E8CF51-8E48-6828-423E-617B4E1565E7}"/>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1054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1.5 - 2xBulle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4068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3" name="Text Placeholder 12">
            <a:extLst>
              <a:ext uri="{FF2B5EF4-FFF2-40B4-BE49-F238E27FC236}">
                <a16:creationId xmlns:a16="http://schemas.microsoft.com/office/drawing/2014/main" id="{57FF8C70-8D9A-A91A-9AA2-5BAED4E5562B}"/>
              </a:ext>
            </a:extLst>
          </p:cNvPr>
          <p:cNvSpPr>
            <a:spLocks noGrp="1"/>
          </p:cNvSpPr>
          <p:nvPr>
            <p:ph type="body" sz="quarter" idx="16"/>
          </p:nvPr>
        </p:nvSpPr>
        <p:spPr>
          <a:xfrm>
            <a:off x="4658664" y="1260000"/>
            <a:ext cx="4068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pic>
        <p:nvPicPr>
          <p:cNvPr id="7" name="Graphic 6">
            <a:extLst>
              <a:ext uri="{FF2B5EF4-FFF2-40B4-BE49-F238E27FC236}">
                <a16:creationId xmlns:a16="http://schemas.microsoft.com/office/drawing/2014/main" id="{139376B1-B82D-56A6-933E-41123F9F3F55}"/>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16" name="TextBox 15">
            <a:extLst>
              <a:ext uri="{FF2B5EF4-FFF2-40B4-BE49-F238E27FC236}">
                <a16:creationId xmlns:a16="http://schemas.microsoft.com/office/drawing/2014/main" id="{76D7398D-CEE7-3079-FB86-A89C992F31A0}"/>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7" name="Slide Number Placeholder 5">
            <a:extLst>
              <a:ext uri="{FF2B5EF4-FFF2-40B4-BE49-F238E27FC236}">
                <a16:creationId xmlns:a16="http://schemas.microsoft.com/office/drawing/2014/main" id="{3654D0DC-83E2-3257-B441-08F7D9D94478}"/>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E47C68A9-7989-FB66-D55B-D66D6874D998}"/>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cxnSp>
        <p:nvCxnSpPr>
          <p:cNvPr id="2" name="Straight Connector 1">
            <a:extLst>
              <a:ext uri="{FF2B5EF4-FFF2-40B4-BE49-F238E27FC236}">
                <a16:creationId xmlns:a16="http://schemas.microsoft.com/office/drawing/2014/main" id="{CFC902BB-0C0A-0354-8619-93CF785E9CBF}"/>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3635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1.6 - 3xBulle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270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pic>
        <p:nvPicPr>
          <p:cNvPr id="7" name="Graphic 6">
            <a:extLst>
              <a:ext uri="{FF2B5EF4-FFF2-40B4-BE49-F238E27FC236}">
                <a16:creationId xmlns:a16="http://schemas.microsoft.com/office/drawing/2014/main" id="{139376B1-B82D-56A6-933E-41123F9F3F55}"/>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3222000" y="1260000"/>
            <a:ext cx="270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6026662" y="1260000"/>
            <a:ext cx="2697658"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7" name="TextBox 16">
            <a:extLst>
              <a:ext uri="{FF2B5EF4-FFF2-40B4-BE49-F238E27FC236}">
                <a16:creationId xmlns:a16="http://schemas.microsoft.com/office/drawing/2014/main" id="{B3C89AA2-17C4-2311-08AF-1321E11749F6}"/>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8" name="Slide Number Placeholder 5">
            <a:extLst>
              <a:ext uri="{FF2B5EF4-FFF2-40B4-BE49-F238E27FC236}">
                <a16:creationId xmlns:a16="http://schemas.microsoft.com/office/drawing/2014/main" id="{2713EB45-843B-9A1C-345B-468536A7E05D}"/>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9" name="Footer Placeholder 2">
            <a:extLst>
              <a:ext uri="{FF2B5EF4-FFF2-40B4-BE49-F238E27FC236}">
                <a16:creationId xmlns:a16="http://schemas.microsoft.com/office/drawing/2014/main" id="{C77A4B8F-49F4-2929-427A-DF7B92A561E5}"/>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cxnSp>
        <p:nvCxnSpPr>
          <p:cNvPr id="2" name="Straight Connector 1">
            <a:extLst>
              <a:ext uri="{FF2B5EF4-FFF2-40B4-BE49-F238E27FC236}">
                <a16:creationId xmlns:a16="http://schemas.microsoft.com/office/drawing/2014/main" id="{804B3FDD-9CA0-11D4-0851-6220AEF72241}"/>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9699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1.7 - 4xBullet">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pic>
        <p:nvPicPr>
          <p:cNvPr id="7" name="Graphic 6">
            <a:extLst>
              <a:ext uri="{FF2B5EF4-FFF2-40B4-BE49-F238E27FC236}">
                <a16:creationId xmlns:a16="http://schemas.microsoft.com/office/drawing/2014/main" id="{139376B1-B82D-56A6-933E-41123F9F3F55}"/>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2526332"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4635326"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3" name="Text Placeholder 12">
            <a:extLst>
              <a:ext uri="{FF2B5EF4-FFF2-40B4-BE49-F238E27FC236}">
                <a16:creationId xmlns:a16="http://schemas.microsoft.com/office/drawing/2014/main" id="{9C0B71B1-8B5E-9FD1-A1AD-D5AD8A665FFB}"/>
              </a:ext>
            </a:extLst>
          </p:cNvPr>
          <p:cNvSpPr>
            <a:spLocks noGrp="1"/>
          </p:cNvSpPr>
          <p:nvPr>
            <p:ph type="body" sz="quarter" idx="18"/>
          </p:nvPr>
        </p:nvSpPr>
        <p:spPr>
          <a:xfrm>
            <a:off x="6744320"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lang="en-US" sz="1200" kern="1200" dirty="0">
                <a:solidFill>
                  <a:schemeClr val="tx2"/>
                </a:solidFill>
                <a:latin typeface="+mn-lt"/>
                <a:ea typeface="+mn-ea"/>
                <a:cs typeface="+mn-cs"/>
              </a:defRPr>
            </a:lvl4pPr>
            <a:lvl5pPr marL="900000" indent="-180000">
              <a:lnSpc>
                <a:spcPct val="100000"/>
              </a:lnSpc>
              <a:spcBef>
                <a:spcPts val="0"/>
              </a:spcBef>
              <a:spcAft>
                <a:spcPts val="600"/>
              </a:spcAft>
              <a:buSzPct val="70000"/>
              <a:defRPr sz="1200">
                <a:solidFill>
                  <a:schemeClr val="tx2"/>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8" name="TextBox 17">
            <a:extLst>
              <a:ext uri="{FF2B5EF4-FFF2-40B4-BE49-F238E27FC236}">
                <a16:creationId xmlns:a16="http://schemas.microsoft.com/office/drawing/2014/main" id="{77523A0E-155F-824D-4618-C556416C4BCE}"/>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9" name="Slide Number Placeholder 5">
            <a:extLst>
              <a:ext uri="{FF2B5EF4-FFF2-40B4-BE49-F238E27FC236}">
                <a16:creationId xmlns:a16="http://schemas.microsoft.com/office/drawing/2014/main" id="{3DCBE36C-4C66-1188-03D3-624F2E47A38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0" name="Footer Placeholder 2">
            <a:extLst>
              <a:ext uri="{FF2B5EF4-FFF2-40B4-BE49-F238E27FC236}">
                <a16:creationId xmlns:a16="http://schemas.microsoft.com/office/drawing/2014/main" id="{45644240-BAFF-42B5-1A7E-4A3EC1F84D9D}"/>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cxnSp>
        <p:nvCxnSpPr>
          <p:cNvPr id="2" name="Straight Connector 1">
            <a:extLst>
              <a:ext uri="{FF2B5EF4-FFF2-40B4-BE49-F238E27FC236}">
                <a16:creationId xmlns:a16="http://schemas.microsoft.com/office/drawing/2014/main" id="{236F73B2-E419-4B3A-6889-6AD4A8D02A42}"/>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7851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8 - Numbered">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3" name="Text Placeholder 2">
            <a:extLst>
              <a:ext uri="{FF2B5EF4-FFF2-40B4-BE49-F238E27FC236}">
                <a16:creationId xmlns:a16="http://schemas.microsoft.com/office/drawing/2014/main" id="{E0427494-DD66-A478-7CF6-11C578BC21E9}"/>
              </a:ext>
            </a:extLst>
          </p:cNvPr>
          <p:cNvSpPr>
            <a:spLocks noGrp="1"/>
          </p:cNvSpPr>
          <p:nvPr>
            <p:ph type="body" sz="quarter" idx="14" hasCustomPrompt="1"/>
          </p:nvPr>
        </p:nvSpPr>
        <p:spPr>
          <a:xfrm>
            <a:off x="417600" y="1260000"/>
            <a:ext cx="8308800" cy="3118980"/>
          </a:xfrm>
          <a:prstGeom prst="rect">
            <a:avLst/>
          </a:prstGeom>
        </p:spPr>
        <p:txBody>
          <a:bodyPr lIns="0" tIns="0" rIns="0" bIns="0"/>
          <a:lstStyle>
            <a:lvl1pPr marL="228600" indent="-228600">
              <a:lnSpc>
                <a:spcPct val="100000"/>
              </a:lnSpc>
              <a:spcBef>
                <a:spcPts val="0"/>
              </a:spcBef>
              <a:spcAft>
                <a:spcPts val="600"/>
              </a:spcAft>
              <a:buFont typeface="+mj-lt"/>
              <a:buAutoNum type="arabicPeriod"/>
              <a:defRPr sz="1200">
                <a:solidFill>
                  <a:schemeClr val="tx2"/>
                </a:solidFill>
              </a:defRPr>
            </a:lvl1pPr>
            <a:lvl2pPr marL="408600" indent="-228600">
              <a:lnSpc>
                <a:spcPct val="100000"/>
              </a:lnSpc>
              <a:spcBef>
                <a:spcPts val="0"/>
              </a:spcBef>
              <a:spcAft>
                <a:spcPts val="600"/>
              </a:spcAft>
              <a:buFont typeface="+mj-lt"/>
              <a:buAutoNum type="arabicPeriod" startAt="2"/>
              <a:defRPr sz="1200">
                <a:solidFill>
                  <a:schemeClr val="tx2"/>
                </a:solidFill>
              </a:defRPr>
            </a:lvl2pPr>
            <a:lvl3pPr marL="588600" indent="-228600">
              <a:lnSpc>
                <a:spcPct val="100000"/>
              </a:lnSpc>
              <a:spcBef>
                <a:spcPts val="0"/>
              </a:spcBef>
              <a:spcAft>
                <a:spcPts val="600"/>
              </a:spcAft>
              <a:buFont typeface="+mj-lt"/>
              <a:buAutoNum type="arabicPeriod" startAt="3"/>
              <a:defRPr sz="1200">
                <a:solidFill>
                  <a:schemeClr val="tx2"/>
                </a:solidFill>
              </a:defRPr>
            </a:lvl3pPr>
            <a:lvl4pPr marL="768600" indent="-228600">
              <a:lnSpc>
                <a:spcPct val="100000"/>
              </a:lnSpc>
              <a:spcBef>
                <a:spcPts val="0"/>
              </a:spcBef>
              <a:spcAft>
                <a:spcPts val="600"/>
              </a:spcAft>
              <a:buFont typeface="+mj-lt"/>
              <a:buAutoNum type="arabicPeriod" startAt="4"/>
              <a:defRPr sz="1200">
                <a:solidFill>
                  <a:schemeClr val="tx2"/>
                </a:solidFill>
              </a:defRPr>
            </a:lvl4pPr>
            <a:lvl5pPr marL="957150" indent="-228600">
              <a:lnSpc>
                <a:spcPct val="100000"/>
              </a:lnSpc>
              <a:spcBef>
                <a:spcPts val="0"/>
              </a:spcBef>
              <a:spcAft>
                <a:spcPts val="600"/>
              </a:spcAft>
              <a:buFont typeface="+mj-lt"/>
              <a:buAutoNum type="arabicPeriod" startAt="5"/>
              <a:defRPr sz="1200">
                <a:solidFill>
                  <a:schemeClr val="tx2"/>
                </a:solidFill>
              </a:defRPr>
            </a:lvl5pPr>
          </a:lstStyle>
          <a:p>
            <a:pPr lvl="0"/>
            <a:r>
              <a:rPr lang="en-US" dirty="0"/>
              <a:t>Text here</a:t>
            </a:r>
          </a:p>
          <a:p>
            <a:pPr lvl="1"/>
            <a:r>
              <a:rPr lang="en-US" dirty="0"/>
              <a:t>Text here</a:t>
            </a:r>
          </a:p>
          <a:p>
            <a:pPr lvl="2"/>
            <a:r>
              <a:rPr lang="en-US" dirty="0"/>
              <a:t>Text here</a:t>
            </a:r>
          </a:p>
          <a:p>
            <a:pPr lvl="3"/>
            <a:r>
              <a:rPr lang="en-US" dirty="0"/>
              <a:t>Text here</a:t>
            </a:r>
          </a:p>
          <a:p>
            <a:pPr marL="957150" marR="0" lvl="4" indent="-228600" algn="l" defTabSz="685800" rtl="0" eaLnBrk="1" fontAlgn="auto" latinLnBrk="0" hangingPunct="1">
              <a:lnSpc>
                <a:spcPct val="100000"/>
              </a:lnSpc>
              <a:spcBef>
                <a:spcPts val="0"/>
              </a:spcBef>
              <a:spcAft>
                <a:spcPts val="300"/>
              </a:spcAft>
              <a:buClrTx/>
              <a:buSzTx/>
              <a:tabLst/>
              <a:defRPr/>
            </a:pPr>
            <a:r>
              <a:rPr lang="en-US" dirty="0"/>
              <a:t>Text here</a:t>
            </a:r>
          </a:p>
        </p:txBody>
      </p:sp>
      <p:pic>
        <p:nvPicPr>
          <p:cNvPr id="5" name="Graphic 4">
            <a:extLst>
              <a:ext uri="{FF2B5EF4-FFF2-40B4-BE49-F238E27FC236}">
                <a16:creationId xmlns:a16="http://schemas.microsoft.com/office/drawing/2014/main" id="{E5F6DF56-1BC2-2F0B-C57B-C1D817B14910}"/>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15" name="TextBox 14">
            <a:extLst>
              <a:ext uri="{FF2B5EF4-FFF2-40B4-BE49-F238E27FC236}">
                <a16:creationId xmlns:a16="http://schemas.microsoft.com/office/drawing/2014/main" id="{2138E23A-1A2B-4FC2-057E-864010EF96E0}"/>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6" name="Slide Number Placeholder 5">
            <a:extLst>
              <a:ext uri="{FF2B5EF4-FFF2-40B4-BE49-F238E27FC236}">
                <a16:creationId xmlns:a16="http://schemas.microsoft.com/office/drawing/2014/main" id="{5417762A-54B1-36A8-F29E-69737B3F61FF}"/>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7" name="Footer Placeholder 2">
            <a:extLst>
              <a:ext uri="{FF2B5EF4-FFF2-40B4-BE49-F238E27FC236}">
                <a16:creationId xmlns:a16="http://schemas.microsoft.com/office/drawing/2014/main" id="{395D9105-CDC3-7AF1-1035-8F0BB27B989E}"/>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cxnSp>
        <p:nvCxnSpPr>
          <p:cNvPr id="2" name="Straight Connector 1">
            <a:extLst>
              <a:ext uri="{FF2B5EF4-FFF2-40B4-BE49-F238E27FC236}">
                <a16:creationId xmlns:a16="http://schemas.microsoft.com/office/drawing/2014/main" id="{353F7E12-5AAE-379F-13F1-075F4E93E97D}"/>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1468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1.9 - Title">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0A88A15-3ABC-3274-AAF4-8A412DDB8F13}"/>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5" name="Text Placeholder 42">
            <a:extLst>
              <a:ext uri="{FF2B5EF4-FFF2-40B4-BE49-F238E27FC236}">
                <a16:creationId xmlns:a16="http://schemas.microsoft.com/office/drawing/2014/main" id="{4B403941-CFEA-9A2F-6625-4961A6C63DBE}"/>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5400" baseline="0">
                <a:solidFill>
                  <a:schemeClr val="accent1"/>
                </a:solidFill>
                <a:latin typeface="Nokia Pure Headline Ultra Light" panose="020B0204020202020204" pitchFamily="34" charset="0"/>
              </a:defRPr>
            </a:lvl1pPr>
          </a:lstStyle>
          <a:p>
            <a:pPr lvl="0"/>
            <a:r>
              <a:rPr lang="en-US" dirty="0"/>
              <a:t>Click to edit headline</a:t>
            </a:r>
          </a:p>
        </p:txBody>
      </p:sp>
      <p:sp>
        <p:nvSpPr>
          <p:cNvPr id="9" name="TextBox 8">
            <a:extLst>
              <a:ext uri="{FF2B5EF4-FFF2-40B4-BE49-F238E27FC236}">
                <a16:creationId xmlns:a16="http://schemas.microsoft.com/office/drawing/2014/main" id="{84AB3D1D-D95D-CC81-FF15-1A1F6BE049F4}"/>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AD043C3F-DBA3-47D4-A317-9E02DADB3E0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97253B20-AD10-1261-4A70-76072ED4044B}"/>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sp>
        <p:nvSpPr>
          <p:cNvPr id="3" name="Text Placeholder 42">
            <a:extLst>
              <a:ext uri="{FF2B5EF4-FFF2-40B4-BE49-F238E27FC236}">
                <a16:creationId xmlns:a16="http://schemas.microsoft.com/office/drawing/2014/main" id="{31386DAF-78F1-64A8-A51B-3B6BA0A20C91}"/>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accent1"/>
                </a:solidFill>
                <a:latin typeface="Nokia Pure Text Light" panose="020B0403020202020204" pitchFamily="34" charset="0"/>
                <a:ea typeface="Nokia Pure Text Light" panose="020B0403020202020204" pitchFamily="34" charset="0"/>
              </a:defRPr>
            </a:lvl1pPr>
          </a:lstStyle>
          <a:p>
            <a:pPr lvl="0"/>
            <a:r>
              <a:rPr lang="en-US" altLang="zh-CN"/>
              <a:t>Click to edit Master text styles</a:t>
            </a:r>
          </a:p>
        </p:txBody>
      </p:sp>
      <p:cxnSp>
        <p:nvCxnSpPr>
          <p:cNvPr id="4" name="Straight Connector 3">
            <a:extLst>
              <a:ext uri="{FF2B5EF4-FFF2-40B4-BE49-F238E27FC236}">
                <a16:creationId xmlns:a16="http://schemas.microsoft.com/office/drawing/2014/main" id="{0A124B01-6D4E-ECB8-589F-7F656C99B606}"/>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9022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1 - Bullet 1/2 image">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599" y="395946"/>
            <a:ext cx="3788901"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599" y="764520"/>
            <a:ext cx="3788901"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3" name="Picture Placeholder 2">
            <a:extLst>
              <a:ext uri="{FF2B5EF4-FFF2-40B4-BE49-F238E27FC236}">
                <a16:creationId xmlns:a16="http://schemas.microsoft.com/office/drawing/2014/main" id="{3B55B4CC-0221-F230-3980-88D8952F693A}"/>
              </a:ext>
            </a:extLst>
          </p:cNvPr>
          <p:cNvSpPr>
            <a:spLocks noGrp="1"/>
          </p:cNvSpPr>
          <p:nvPr>
            <p:ph type="pic" sz="quarter" idx="15" hasCustomPrompt="1"/>
          </p:nvPr>
        </p:nvSpPr>
        <p:spPr>
          <a:xfrm>
            <a:off x="4572000" y="0"/>
            <a:ext cx="4572001" cy="5143500"/>
          </a:xfrm>
          <a:prstGeom prst="rect">
            <a:avLst/>
          </a:prstGeom>
          <a:solidFill>
            <a:schemeClr val="tx2"/>
          </a:solidFill>
        </p:spPr>
        <p:txBody>
          <a:bodyPr/>
          <a:lstStyle>
            <a:lvl1pPr marL="0" indent="0">
              <a:buNone/>
              <a:defRPr sz="1000">
                <a:solidFill>
                  <a:schemeClr val="bg1"/>
                </a:solidFill>
              </a:defRPr>
            </a:lvl1pPr>
          </a:lstStyle>
          <a:p>
            <a:r>
              <a:rPr lang="en-US" dirty="0"/>
              <a:t>Click to add picture</a:t>
            </a:r>
          </a:p>
        </p:txBody>
      </p:sp>
      <p:sp>
        <p:nvSpPr>
          <p:cNvPr id="8" name="Text Placeholder 12">
            <a:extLst>
              <a:ext uri="{FF2B5EF4-FFF2-40B4-BE49-F238E27FC236}">
                <a16:creationId xmlns:a16="http://schemas.microsoft.com/office/drawing/2014/main" id="{E6285CBB-8652-0F93-9BFF-BDE646DC1516}"/>
              </a:ext>
            </a:extLst>
          </p:cNvPr>
          <p:cNvSpPr>
            <a:spLocks noGrp="1"/>
          </p:cNvSpPr>
          <p:nvPr>
            <p:ph type="body" sz="quarter" idx="14"/>
          </p:nvPr>
        </p:nvSpPr>
        <p:spPr>
          <a:xfrm>
            <a:off x="417338" y="1260000"/>
            <a:ext cx="3788901" cy="329184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sz="1200">
                <a:solidFill>
                  <a:schemeClr val="tx2"/>
                </a:solidFill>
              </a:defRPr>
            </a:lvl4pPr>
            <a:lvl5pPr marL="900000" indent="-180000">
              <a:lnSpc>
                <a:spcPct val="100000"/>
              </a:lnSpc>
              <a:spcBef>
                <a:spcPts val="0"/>
              </a:spcBef>
              <a:spcAft>
                <a:spcPts val="600"/>
              </a:spcAft>
              <a:buSzPct val="70000"/>
              <a:defRPr sz="1200">
                <a:solidFill>
                  <a:schemeClr val="tx2"/>
                </a:solidFil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pic>
        <p:nvPicPr>
          <p:cNvPr id="2" name="Graphic 1">
            <a:extLst>
              <a:ext uri="{FF2B5EF4-FFF2-40B4-BE49-F238E27FC236}">
                <a16:creationId xmlns:a16="http://schemas.microsoft.com/office/drawing/2014/main" id="{459A0509-67CF-F982-C358-C433F16CD83E}"/>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20" name="TextBox 19">
            <a:extLst>
              <a:ext uri="{FF2B5EF4-FFF2-40B4-BE49-F238E27FC236}">
                <a16:creationId xmlns:a16="http://schemas.microsoft.com/office/drawing/2014/main" id="{972230E8-8C3E-FACC-BB83-0BEB16548E55}"/>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FFD06BD2-8C82-3A42-EA94-1DAD5F04366A}"/>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30DEAEC4-E0F3-9FCE-BAAF-FDB63BC5E69D}"/>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cxnSp>
        <p:nvCxnSpPr>
          <p:cNvPr id="5" name="Straight Connector 4">
            <a:extLst>
              <a:ext uri="{FF2B5EF4-FFF2-40B4-BE49-F238E27FC236}">
                <a16:creationId xmlns:a16="http://schemas.microsoft.com/office/drawing/2014/main" id="{7B842875-218D-9D8A-5783-0C33E936FF9B}"/>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28130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2 - Bullet 2/3 imag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B55B4CC-0221-F230-3980-88D8952F693A}"/>
              </a:ext>
            </a:extLst>
          </p:cNvPr>
          <p:cNvSpPr>
            <a:spLocks noGrp="1"/>
          </p:cNvSpPr>
          <p:nvPr>
            <p:ph type="pic" sz="quarter" idx="15" hasCustomPrompt="1"/>
          </p:nvPr>
        </p:nvSpPr>
        <p:spPr>
          <a:xfrm>
            <a:off x="3096000" y="0"/>
            <a:ext cx="6048000" cy="5143500"/>
          </a:xfrm>
          <a:prstGeom prst="rect">
            <a:avLst/>
          </a:prstGeom>
          <a:solidFill>
            <a:schemeClr val="tx2"/>
          </a:solidFill>
        </p:spPr>
        <p:txBody>
          <a:bodyPr/>
          <a:lstStyle>
            <a:lvl1pPr marL="0" indent="0">
              <a:buNone/>
              <a:defRPr sz="1000">
                <a:solidFill>
                  <a:schemeClr val="bg1"/>
                </a:solidFill>
              </a:defRPr>
            </a:lvl1pPr>
          </a:lstStyle>
          <a:p>
            <a:r>
              <a:rPr lang="en-US" dirty="0"/>
              <a:t>Click to add picture</a:t>
            </a:r>
          </a:p>
        </p:txBody>
      </p:sp>
      <p:pic>
        <p:nvPicPr>
          <p:cNvPr id="2" name="Graphic 1">
            <a:extLst>
              <a:ext uri="{FF2B5EF4-FFF2-40B4-BE49-F238E27FC236}">
                <a16:creationId xmlns:a16="http://schemas.microsoft.com/office/drawing/2014/main" id="{459A0509-67CF-F982-C358-C433F16CD83E}"/>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5" name="Text Placeholder 42">
            <a:extLst>
              <a:ext uri="{FF2B5EF4-FFF2-40B4-BE49-F238E27FC236}">
                <a16:creationId xmlns:a16="http://schemas.microsoft.com/office/drawing/2014/main" id="{E5C0F96B-575B-3032-1D03-A5D0D7313FCB}"/>
              </a:ext>
            </a:extLst>
          </p:cNvPr>
          <p:cNvSpPr>
            <a:spLocks noGrp="1"/>
          </p:cNvSpPr>
          <p:nvPr>
            <p:ph type="body" sz="quarter" idx="12"/>
          </p:nvPr>
        </p:nvSpPr>
        <p:spPr>
          <a:xfrm>
            <a:off x="417600" y="395946"/>
            <a:ext cx="2402061"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altLang="zh-CN" noProof="0"/>
              <a:t>Click to edit Master text styles</a:t>
            </a:r>
          </a:p>
        </p:txBody>
      </p:sp>
      <p:sp>
        <p:nvSpPr>
          <p:cNvPr id="7" name="Text Placeholder 42">
            <a:extLst>
              <a:ext uri="{FF2B5EF4-FFF2-40B4-BE49-F238E27FC236}">
                <a16:creationId xmlns:a16="http://schemas.microsoft.com/office/drawing/2014/main" id="{171D37E4-D2E3-6D25-9C68-18D40EF22BCE}"/>
              </a:ext>
            </a:extLst>
          </p:cNvPr>
          <p:cNvSpPr>
            <a:spLocks noGrp="1"/>
          </p:cNvSpPr>
          <p:nvPr>
            <p:ph type="body" sz="quarter" idx="13" hasCustomPrompt="1"/>
          </p:nvPr>
        </p:nvSpPr>
        <p:spPr>
          <a:xfrm>
            <a:off x="417600" y="764520"/>
            <a:ext cx="2402061"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10" name="Text Placeholder 12">
            <a:extLst>
              <a:ext uri="{FF2B5EF4-FFF2-40B4-BE49-F238E27FC236}">
                <a16:creationId xmlns:a16="http://schemas.microsoft.com/office/drawing/2014/main" id="{235DB99C-EDCB-D6C3-2083-649EBE85053E}"/>
              </a:ext>
            </a:extLst>
          </p:cNvPr>
          <p:cNvSpPr>
            <a:spLocks noGrp="1"/>
          </p:cNvSpPr>
          <p:nvPr>
            <p:ph type="body" sz="quarter" idx="14"/>
          </p:nvPr>
        </p:nvSpPr>
        <p:spPr>
          <a:xfrm>
            <a:off x="417339" y="1260000"/>
            <a:ext cx="2402061" cy="329184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sz="1200">
                <a:solidFill>
                  <a:schemeClr val="tx2"/>
                </a:solidFill>
              </a:defRPr>
            </a:lvl4pPr>
            <a:lvl5pPr marL="900000" indent="-180000">
              <a:lnSpc>
                <a:spcPct val="100000"/>
              </a:lnSpc>
              <a:spcBef>
                <a:spcPts val="0"/>
              </a:spcBef>
              <a:spcAft>
                <a:spcPts val="600"/>
              </a:spcAft>
              <a:buSzPct val="70000"/>
              <a:defRPr sz="1200">
                <a:solidFill>
                  <a:schemeClr val="tx2"/>
                </a:solidFil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2" name="TextBox 11">
            <a:extLst>
              <a:ext uri="{FF2B5EF4-FFF2-40B4-BE49-F238E27FC236}">
                <a16:creationId xmlns:a16="http://schemas.microsoft.com/office/drawing/2014/main" id="{6A434747-CAC6-E3AB-43A2-737599B9350F}"/>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3" name="Slide Number Placeholder 5">
            <a:extLst>
              <a:ext uri="{FF2B5EF4-FFF2-40B4-BE49-F238E27FC236}">
                <a16:creationId xmlns:a16="http://schemas.microsoft.com/office/drawing/2014/main" id="{F408B049-B5A6-319C-6604-4CB974379CE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E6BE57E5-418C-3CAD-E431-901873F59373}"/>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cxnSp>
        <p:nvCxnSpPr>
          <p:cNvPr id="4" name="Straight Connector 3">
            <a:extLst>
              <a:ext uri="{FF2B5EF4-FFF2-40B4-BE49-F238E27FC236}">
                <a16:creationId xmlns:a16="http://schemas.microsoft.com/office/drawing/2014/main" id="{8C046F9B-D4E9-66C2-A0FB-F251F890F0E2}"/>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90158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3 - Bullet 1/2 dar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1B0A98-E900-A313-EA54-FE650CDD9251}"/>
              </a:ext>
            </a:extLst>
          </p:cNvPr>
          <p:cNvSpPr/>
          <p:nvPr userDrawn="1"/>
        </p:nvSpPr>
        <p:spPr>
          <a:xfrm>
            <a:off x="4572000" y="0"/>
            <a:ext cx="4571999"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en-US" sz="1200" dirty="0">
              <a:solidFill>
                <a:schemeClr val="bg1"/>
              </a:solidFill>
            </a:endParaRPr>
          </a:p>
        </p:txBody>
      </p:sp>
      <p:pic>
        <p:nvPicPr>
          <p:cNvPr id="7" name="Graphic 6">
            <a:extLst>
              <a:ext uri="{FF2B5EF4-FFF2-40B4-BE49-F238E27FC236}">
                <a16:creationId xmlns:a16="http://schemas.microsoft.com/office/drawing/2014/main" id="{FC6622D9-8C8C-7A92-9836-8782F4AE736B}"/>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3" name="Text Placeholder 42">
            <a:extLst>
              <a:ext uri="{FF2B5EF4-FFF2-40B4-BE49-F238E27FC236}">
                <a16:creationId xmlns:a16="http://schemas.microsoft.com/office/drawing/2014/main" id="{D45B54C3-1D2D-9E4E-D404-A3087EA115CF}"/>
              </a:ext>
            </a:extLst>
          </p:cNvPr>
          <p:cNvSpPr>
            <a:spLocks noGrp="1"/>
          </p:cNvSpPr>
          <p:nvPr>
            <p:ph type="body" sz="quarter" idx="12" hasCustomPrompt="1"/>
          </p:nvPr>
        </p:nvSpPr>
        <p:spPr>
          <a:xfrm>
            <a:off x="417599" y="395946"/>
            <a:ext cx="3788901"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noProof="0" dirty="0"/>
              <a:t>Click to edit headline</a:t>
            </a:r>
          </a:p>
        </p:txBody>
      </p:sp>
      <p:sp>
        <p:nvSpPr>
          <p:cNvPr id="9" name="Text Placeholder 42">
            <a:extLst>
              <a:ext uri="{FF2B5EF4-FFF2-40B4-BE49-F238E27FC236}">
                <a16:creationId xmlns:a16="http://schemas.microsoft.com/office/drawing/2014/main" id="{8941B831-C2DE-2572-4B83-66D9963A38BB}"/>
              </a:ext>
            </a:extLst>
          </p:cNvPr>
          <p:cNvSpPr>
            <a:spLocks noGrp="1"/>
          </p:cNvSpPr>
          <p:nvPr>
            <p:ph type="body" sz="quarter" idx="13" hasCustomPrompt="1"/>
          </p:nvPr>
        </p:nvSpPr>
        <p:spPr>
          <a:xfrm>
            <a:off x="417599" y="764520"/>
            <a:ext cx="3788901"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10" name="Text Placeholder 12">
            <a:extLst>
              <a:ext uri="{FF2B5EF4-FFF2-40B4-BE49-F238E27FC236}">
                <a16:creationId xmlns:a16="http://schemas.microsoft.com/office/drawing/2014/main" id="{FB285814-4F22-732A-01D4-3A2D98D8E435}"/>
              </a:ext>
            </a:extLst>
          </p:cNvPr>
          <p:cNvSpPr>
            <a:spLocks noGrp="1"/>
          </p:cNvSpPr>
          <p:nvPr>
            <p:ph type="body" sz="quarter" idx="14"/>
          </p:nvPr>
        </p:nvSpPr>
        <p:spPr>
          <a:xfrm>
            <a:off x="417338" y="1260000"/>
            <a:ext cx="3788901" cy="329184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sz="1200">
                <a:solidFill>
                  <a:schemeClr val="tx2"/>
                </a:solidFill>
              </a:defRPr>
            </a:lvl4pPr>
            <a:lvl5pPr marL="900000" indent="-180000">
              <a:lnSpc>
                <a:spcPct val="100000"/>
              </a:lnSpc>
              <a:spcBef>
                <a:spcPts val="0"/>
              </a:spcBef>
              <a:spcAft>
                <a:spcPts val="600"/>
              </a:spcAft>
              <a:buSzPct val="70000"/>
              <a:defRPr sz="1200">
                <a:solidFill>
                  <a:schemeClr val="tx2"/>
                </a:solidFil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2" name="TextBox 11">
            <a:extLst>
              <a:ext uri="{FF2B5EF4-FFF2-40B4-BE49-F238E27FC236}">
                <a16:creationId xmlns:a16="http://schemas.microsoft.com/office/drawing/2014/main" id="{81B2B362-2879-6819-D5A2-C7BE4DDA16A3}"/>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3" name="Slide Number Placeholder 5">
            <a:extLst>
              <a:ext uri="{FF2B5EF4-FFF2-40B4-BE49-F238E27FC236}">
                <a16:creationId xmlns:a16="http://schemas.microsoft.com/office/drawing/2014/main" id="{60008FED-F579-32FA-B396-B46F632C45F4}"/>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8639B8D9-7FD8-8F41-6E5A-1F2F111B9E5E}"/>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cxnSp>
        <p:nvCxnSpPr>
          <p:cNvPr id="2" name="Straight Connector 1">
            <a:extLst>
              <a:ext uri="{FF2B5EF4-FFF2-40B4-BE49-F238E27FC236}">
                <a16:creationId xmlns:a16="http://schemas.microsoft.com/office/drawing/2014/main" id="{8632CA16-E6FF-0535-892D-E7A6EA5DA9E7}"/>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55367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4 - Bullet 2/3 dar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1B0A98-E900-A313-EA54-FE650CDD9251}"/>
              </a:ext>
            </a:extLst>
          </p:cNvPr>
          <p:cNvSpPr/>
          <p:nvPr userDrawn="1"/>
        </p:nvSpPr>
        <p:spPr>
          <a:xfrm>
            <a:off x="3096000" y="0"/>
            <a:ext cx="60480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algn="l">
              <a:spcAft>
                <a:spcPts val="300"/>
              </a:spcAft>
              <a:buSzPct val="100000"/>
            </a:pPr>
            <a:endParaRPr lang="en-US" sz="1200" dirty="0">
              <a:solidFill>
                <a:schemeClr val="bg1"/>
              </a:solidFill>
            </a:endParaRPr>
          </a:p>
        </p:txBody>
      </p:sp>
      <p:pic>
        <p:nvPicPr>
          <p:cNvPr id="7" name="Graphic 6">
            <a:extLst>
              <a:ext uri="{FF2B5EF4-FFF2-40B4-BE49-F238E27FC236}">
                <a16:creationId xmlns:a16="http://schemas.microsoft.com/office/drawing/2014/main" id="{FC6622D9-8C8C-7A92-9836-8782F4AE736B}"/>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3" name="Text Placeholder 42">
            <a:extLst>
              <a:ext uri="{FF2B5EF4-FFF2-40B4-BE49-F238E27FC236}">
                <a16:creationId xmlns:a16="http://schemas.microsoft.com/office/drawing/2014/main" id="{D45B54C3-1D2D-9E4E-D404-A3087EA115CF}"/>
              </a:ext>
            </a:extLst>
          </p:cNvPr>
          <p:cNvSpPr>
            <a:spLocks noGrp="1"/>
          </p:cNvSpPr>
          <p:nvPr>
            <p:ph type="body" sz="quarter" idx="12"/>
          </p:nvPr>
        </p:nvSpPr>
        <p:spPr>
          <a:xfrm>
            <a:off x="417600" y="395946"/>
            <a:ext cx="2402061" cy="340654"/>
          </a:xfrm>
          <a:prstGeom prst="rect">
            <a:avLst/>
          </a:prstGeom>
        </p:spPr>
        <p:txBody>
          <a:bodyPr lIns="0" tIns="0" rIns="0" bIns="0"/>
          <a:lstStyle>
            <a:lvl1pPr marL="0" indent="0">
              <a:lnSpc>
                <a:spcPct val="100000"/>
              </a:lnSpc>
              <a:spcBef>
                <a:spcPts val="0"/>
              </a:spcBef>
              <a:buNone/>
              <a:defRPr sz="2400" baseline="0">
                <a:solidFill>
                  <a:schemeClr val="accent1"/>
                </a:solidFill>
                <a:latin typeface="Nokia Pure Headline Light" panose="020B0304020202020204" pitchFamily="34" charset="0"/>
              </a:defRPr>
            </a:lvl1pPr>
          </a:lstStyle>
          <a:p>
            <a:pPr lvl="0"/>
            <a:r>
              <a:rPr lang="en-US" altLang="zh-CN" noProof="0"/>
              <a:t>Click to edit Master text styles</a:t>
            </a:r>
          </a:p>
        </p:txBody>
      </p:sp>
      <p:sp>
        <p:nvSpPr>
          <p:cNvPr id="9" name="Text Placeholder 42">
            <a:extLst>
              <a:ext uri="{FF2B5EF4-FFF2-40B4-BE49-F238E27FC236}">
                <a16:creationId xmlns:a16="http://schemas.microsoft.com/office/drawing/2014/main" id="{8941B831-C2DE-2572-4B83-66D9963A38BB}"/>
              </a:ext>
            </a:extLst>
          </p:cNvPr>
          <p:cNvSpPr>
            <a:spLocks noGrp="1"/>
          </p:cNvSpPr>
          <p:nvPr>
            <p:ph type="body" sz="quarter" idx="13" hasCustomPrompt="1"/>
          </p:nvPr>
        </p:nvSpPr>
        <p:spPr>
          <a:xfrm>
            <a:off x="417600" y="764520"/>
            <a:ext cx="2402061" cy="340654"/>
          </a:xfrm>
          <a:prstGeom prst="rect">
            <a:avLst/>
          </a:prstGeom>
        </p:spPr>
        <p:txBody>
          <a:bodyPr lIns="0" tIns="0" rIns="0" bIns="0"/>
          <a:lstStyle>
            <a:lvl1pPr marL="0" indent="0">
              <a:lnSpc>
                <a:spcPct val="100000"/>
              </a:lnSpc>
              <a:spcBef>
                <a:spcPts val="0"/>
              </a:spcBef>
              <a:buNone/>
              <a:defRPr sz="1800" baseline="0">
                <a:solidFill>
                  <a:schemeClr val="tx2"/>
                </a:solidFill>
                <a:latin typeface="Nokia Pure Headline Light" panose="020B0304020202020204" pitchFamily="34" charset="0"/>
              </a:defRPr>
            </a:lvl1pPr>
          </a:lstStyle>
          <a:p>
            <a:pPr lvl="0"/>
            <a:r>
              <a:rPr lang="en-US" noProof="0" dirty="0"/>
              <a:t>Click to edit headline</a:t>
            </a:r>
          </a:p>
        </p:txBody>
      </p:sp>
      <p:sp>
        <p:nvSpPr>
          <p:cNvPr id="10" name="Text Placeholder 12">
            <a:extLst>
              <a:ext uri="{FF2B5EF4-FFF2-40B4-BE49-F238E27FC236}">
                <a16:creationId xmlns:a16="http://schemas.microsoft.com/office/drawing/2014/main" id="{FB285814-4F22-732A-01D4-3A2D98D8E435}"/>
              </a:ext>
            </a:extLst>
          </p:cNvPr>
          <p:cNvSpPr>
            <a:spLocks noGrp="1"/>
          </p:cNvSpPr>
          <p:nvPr>
            <p:ph type="body" sz="quarter" idx="14"/>
          </p:nvPr>
        </p:nvSpPr>
        <p:spPr>
          <a:xfrm>
            <a:off x="417339" y="1260000"/>
            <a:ext cx="2402061" cy="329184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tx2"/>
                </a:solidFill>
              </a:defRPr>
            </a:lvl1pPr>
            <a:lvl2pPr marL="360000" indent="-180000">
              <a:lnSpc>
                <a:spcPct val="100000"/>
              </a:lnSpc>
              <a:spcBef>
                <a:spcPts val="0"/>
              </a:spcBef>
              <a:spcAft>
                <a:spcPts val="600"/>
              </a:spcAft>
              <a:buSzPct val="70000"/>
              <a:defRPr sz="1200">
                <a:solidFill>
                  <a:schemeClr val="tx2"/>
                </a:solidFill>
              </a:defRPr>
            </a:lvl2pPr>
            <a:lvl3pPr marL="540000" indent="-180000">
              <a:lnSpc>
                <a:spcPct val="100000"/>
              </a:lnSpc>
              <a:spcBef>
                <a:spcPts val="0"/>
              </a:spcBef>
              <a:spcAft>
                <a:spcPts val="600"/>
              </a:spcAft>
              <a:buSzPct val="70000"/>
              <a:defRPr sz="1200">
                <a:solidFill>
                  <a:schemeClr val="tx2"/>
                </a:solidFill>
              </a:defRPr>
            </a:lvl3pPr>
            <a:lvl4pPr marL="720000" indent="-180000">
              <a:lnSpc>
                <a:spcPct val="100000"/>
              </a:lnSpc>
              <a:spcBef>
                <a:spcPts val="0"/>
              </a:spcBef>
              <a:spcAft>
                <a:spcPts val="600"/>
              </a:spcAft>
              <a:buSzPct val="70000"/>
              <a:defRPr sz="1200">
                <a:solidFill>
                  <a:schemeClr val="tx2"/>
                </a:solidFill>
              </a:defRPr>
            </a:lvl4pPr>
            <a:lvl5pPr marL="900000" indent="-180000">
              <a:lnSpc>
                <a:spcPct val="100000"/>
              </a:lnSpc>
              <a:spcBef>
                <a:spcPts val="0"/>
              </a:spcBef>
              <a:spcAft>
                <a:spcPts val="600"/>
              </a:spcAft>
              <a:buSzPct val="70000"/>
              <a:defRPr sz="1200">
                <a:solidFill>
                  <a:schemeClr val="tx2"/>
                </a:solidFil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6" name="TextBox 15">
            <a:extLst>
              <a:ext uri="{FF2B5EF4-FFF2-40B4-BE49-F238E27FC236}">
                <a16:creationId xmlns:a16="http://schemas.microsoft.com/office/drawing/2014/main" id="{92932C8D-B957-1CF9-AF0A-C66A4B80B160}"/>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7" name="Slide Number Placeholder 5">
            <a:extLst>
              <a:ext uri="{FF2B5EF4-FFF2-40B4-BE49-F238E27FC236}">
                <a16:creationId xmlns:a16="http://schemas.microsoft.com/office/drawing/2014/main" id="{EDFF5BE1-C27A-DAF6-539C-BE7CFB3D3139}"/>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E2198C15-49FA-5DCF-088F-089A36BBE5B6}"/>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cxnSp>
        <p:nvCxnSpPr>
          <p:cNvPr id="2" name="Straight Connector 1">
            <a:extLst>
              <a:ext uri="{FF2B5EF4-FFF2-40B4-BE49-F238E27FC236}">
                <a16:creationId xmlns:a16="http://schemas.microsoft.com/office/drawing/2014/main" id="{8535E46A-E1CD-FBD0-4E50-E13A19410088}"/>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98390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3.1 - Blank dark">
    <p:bg>
      <p:bgPr>
        <a:solidFill>
          <a:schemeClr val="tx2"/>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3D6A4B7-704E-AAAA-B16B-0F7877CA50B3}"/>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16" name="TextBox 15">
            <a:extLst>
              <a:ext uri="{FF2B5EF4-FFF2-40B4-BE49-F238E27FC236}">
                <a16:creationId xmlns:a16="http://schemas.microsoft.com/office/drawing/2014/main" id="{EFADF482-1182-15C3-2090-EF4C2A8F787E}"/>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7" name="Slide Number Placeholder 5">
            <a:extLst>
              <a:ext uri="{FF2B5EF4-FFF2-40B4-BE49-F238E27FC236}">
                <a16:creationId xmlns:a16="http://schemas.microsoft.com/office/drawing/2014/main" id="{B5714932-B041-C268-D37A-89265A6401E8}"/>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3D6BE398-80E2-C124-8939-1FA1DF0C1011}"/>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Insert appropriate information classification. Apply document ID (if applicable).</a:t>
            </a:r>
            <a:endParaRPr lang="en-US" dirty="0"/>
          </a:p>
        </p:txBody>
      </p:sp>
      <p:cxnSp>
        <p:nvCxnSpPr>
          <p:cNvPr id="2" name="Straight Connector 1">
            <a:extLst>
              <a:ext uri="{FF2B5EF4-FFF2-40B4-BE49-F238E27FC236}">
                <a16:creationId xmlns:a16="http://schemas.microsoft.com/office/drawing/2014/main" id="{237A6C1B-66EA-1CDD-A7FD-918E8033052C}"/>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81222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2 - Title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dirty="0"/>
              <a:t>Click to edit headline</a:t>
            </a:r>
          </a:p>
        </p:txBody>
      </p:sp>
      <p:pic>
        <p:nvPicPr>
          <p:cNvPr id="3" name="Graphic 2">
            <a:extLst>
              <a:ext uri="{FF2B5EF4-FFF2-40B4-BE49-F238E27FC236}">
                <a16:creationId xmlns:a16="http://schemas.microsoft.com/office/drawing/2014/main" id="{BC39B26E-924A-E04C-205D-CC553972AED1}"/>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18" name="TextBox 17">
            <a:extLst>
              <a:ext uri="{FF2B5EF4-FFF2-40B4-BE49-F238E27FC236}">
                <a16:creationId xmlns:a16="http://schemas.microsoft.com/office/drawing/2014/main" id="{B4D6E92B-62A5-89F1-C025-9AFA6FCB3323}"/>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9" name="Slide Number Placeholder 5">
            <a:extLst>
              <a:ext uri="{FF2B5EF4-FFF2-40B4-BE49-F238E27FC236}">
                <a16:creationId xmlns:a16="http://schemas.microsoft.com/office/drawing/2014/main" id="{F2BA0AE1-3EC1-6929-E965-9C60516B99D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0" name="Footer Placeholder 2">
            <a:extLst>
              <a:ext uri="{FF2B5EF4-FFF2-40B4-BE49-F238E27FC236}">
                <a16:creationId xmlns:a16="http://schemas.microsoft.com/office/drawing/2014/main" id="{8CFFAAD9-97A5-7898-E5FF-36F481EB9328}"/>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Insert appropriate information classification. Apply document ID (if applicable).</a:t>
            </a:r>
            <a:endParaRPr lang="en-US" dirty="0"/>
          </a:p>
        </p:txBody>
      </p:sp>
      <p:cxnSp>
        <p:nvCxnSpPr>
          <p:cNvPr id="2" name="Straight Connector 1">
            <a:extLst>
              <a:ext uri="{FF2B5EF4-FFF2-40B4-BE49-F238E27FC236}">
                <a16:creationId xmlns:a16="http://schemas.microsoft.com/office/drawing/2014/main" id="{209CB677-B3D7-E9DA-E119-15BB41993FA8}"/>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6466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3.3 - Tex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8308800" cy="3118980"/>
          </a:xfrm>
          <a:prstGeom prst="rect">
            <a:avLst/>
          </a:prstGeom>
        </p:spPr>
        <p:txBody>
          <a:bodyPr lIns="0" tIns="0" rIns="0" bIns="0"/>
          <a:lstStyle>
            <a:lvl1pPr marL="0" indent="0">
              <a:lnSpc>
                <a:spcPct val="100000"/>
              </a:lnSpc>
              <a:spcBef>
                <a:spcPts val="0"/>
              </a:spcBef>
              <a:spcAft>
                <a:spcPts val="600"/>
              </a:spcAft>
              <a:buSzPct val="70000"/>
              <a:buNone/>
              <a:defRPr sz="1200">
                <a:solidFill>
                  <a:schemeClr val="bg1"/>
                </a:solidFill>
              </a:defRPr>
            </a:lvl1pPr>
            <a:lvl2pPr marL="180000" indent="0">
              <a:lnSpc>
                <a:spcPct val="100000"/>
              </a:lnSpc>
              <a:spcBef>
                <a:spcPts val="0"/>
              </a:spcBef>
              <a:spcAft>
                <a:spcPts val="600"/>
              </a:spcAft>
              <a:buSzPct val="70000"/>
              <a:buNone/>
              <a:defRPr sz="1200">
                <a:solidFill>
                  <a:schemeClr val="bg1"/>
                </a:solidFill>
              </a:defRPr>
            </a:lvl2pPr>
            <a:lvl3pPr marL="360000" indent="0">
              <a:lnSpc>
                <a:spcPct val="100000"/>
              </a:lnSpc>
              <a:spcBef>
                <a:spcPts val="0"/>
              </a:spcBef>
              <a:spcAft>
                <a:spcPts val="600"/>
              </a:spcAft>
              <a:buSzPct val="70000"/>
              <a:buNone/>
              <a:defRPr sz="1200">
                <a:solidFill>
                  <a:schemeClr val="bg1"/>
                </a:solidFill>
              </a:defRPr>
            </a:lvl3pPr>
            <a:lvl4pPr marL="540000" indent="0">
              <a:lnSpc>
                <a:spcPct val="100000"/>
              </a:lnSpc>
              <a:spcBef>
                <a:spcPts val="0"/>
              </a:spcBef>
              <a:spcAft>
                <a:spcPts val="600"/>
              </a:spcAft>
              <a:buSzPct val="70000"/>
              <a:buNone/>
              <a:defRPr sz="1200">
                <a:solidFill>
                  <a:schemeClr val="bg1"/>
                </a:solidFill>
              </a:defRPr>
            </a:lvl4pPr>
            <a:lvl5pPr marL="720000" indent="0">
              <a:lnSpc>
                <a:spcPct val="100000"/>
              </a:lnSpc>
              <a:spcBef>
                <a:spcPts val="0"/>
              </a:spcBef>
              <a:spcAft>
                <a:spcPts val="600"/>
              </a:spcAft>
              <a:buSzPct val="70000"/>
              <a:buNone/>
              <a:defRPr sz="1200">
                <a:solidFill>
                  <a:schemeClr val="bg1"/>
                </a:solidFil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pic>
        <p:nvPicPr>
          <p:cNvPr id="2" name="Graphic 1">
            <a:extLst>
              <a:ext uri="{FF2B5EF4-FFF2-40B4-BE49-F238E27FC236}">
                <a16:creationId xmlns:a16="http://schemas.microsoft.com/office/drawing/2014/main" id="{FC50F010-1A3E-13CC-A34C-23E50F7D9E3C}"/>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19" name="TextBox 18">
            <a:extLst>
              <a:ext uri="{FF2B5EF4-FFF2-40B4-BE49-F238E27FC236}">
                <a16:creationId xmlns:a16="http://schemas.microsoft.com/office/drawing/2014/main" id="{6C224637-55EA-0423-7FB7-9D4C22E954CE}"/>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0" name="Slide Number Placeholder 5">
            <a:extLst>
              <a:ext uri="{FF2B5EF4-FFF2-40B4-BE49-F238E27FC236}">
                <a16:creationId xmlns:a16="http://schemas.microsoft.com/office/drawing/2014/main" id="{D086BFC4-A13A-A77F-C95D-F0B63E9FC799}"/>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38436AE6-E5BF-2964-DF91-273801509478}"/>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Insert appropriate information classification. Apply document ID (if applicable).</a:t>
            </a:r>
            <a:endParaRPr lang="en-US" dirty="0"/>
          </a:p>
        </p:txBody>
      </p:sp>
      <p:cxnSp>
        <p:nvCxnSpPr>
          <p:cNvPr id="3" name="Straight Connector 2">
            <a:extLst>
              <a:ext uri="{FF2B5EF4-FFF2-40B4-BE49-F238E27FC236}">
                <a16:creationId xmlns:a16="http://schemas.microsoft.com/office/drawing/2014/main" id="{95AB8AB4-23B8-7C73-D92C-B7E5B59F98FB}"/>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28895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3.4 - 1xBulle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83088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pic>
        <p:nvPicPr>
          <p:cNvPr id="2" name="Graphic 1">
            <a:extLst>
              <a:ext uri="{FF2B5EF4-FFF2-40B4-BE49-F238E27FC236}">
                <a16:creationId xmlns:a16="http://schemas.microsoft.com/office/drawing/2014/main" id="{9C4C436A-97D3-3C1B-0C95-441F1DF2F98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19" name="TextBox 18">
            <a:extLst>
              <a:ext uri="{FF2B5EF4-FFF2-40B4-BE49-F238E27FC236}">
                <a16:creationId xmlns:a16="http://schemas.microsoft.com/office/drawing/2014/main" id="{F2203B3C-B7BE-B5F0-A84C-BF4A2D307F86}"/>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0" name="Slide Number Placeholder 5">
            <a:extLst>
              <a:ext uri="{FF2B5EF4-FFF2-40B4-BE49-F238E27FC236}">
                <a16:creationId xmlns:a16="http://schemas.microsoft.com/office/drawing/2014/main" id="{ED0C98DE-3A96-2DE1-E80F-30D10A98054F}"/>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39872479-176B-250D-7009-2FACC846C886}"/>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Insert appropriate information classification. Apply document ID (if applicable).</a:t>
            </a:r>
            <a:endParaRPr lang="en-US" dirty="0"/>
          </a:p>
        </p:txBody>
      </p:sp>
      <p:cxnSp>
        <p:nvCxnSpPr>
          <p:cNvPr id="3" name="Straight Connector 2">
            <a:extLst>
              <a:ext uri="{FF2B5EF4-FFF2-40B4-BE49-F238E27FC236}">
                <a16:creationId xmlns:a16="http://schemas.microsoft.com/office/drawing/2014/main" id="{98639FAC-9B20-0C41-1170-9E53E197BE9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8892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3.5 - 2xBulle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4068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3" name="Text Placeholder 12">
            <a:extLst>
              <a:ext uri="{FF2B5EF4-FFF2-40B4-BE49-F238E27FC236}">
                <a16:creationId xmlns:a16="http://schemas.microsoft.com/office/drawing/2014/main" id="{57FF8C70-8D9A-A91A-9AA2-5BAED4E5562B}"/>
              </a:ext>
            </a:extLst>
          </p:cNvPr>
          <p:cNvSpPr>
            <a:spLocks noGrp="1"/>
          </p:cNvSpPr>
          <p:nvPr>
            <p:ph type="body" sz="quarter" idx="16"/>
          </p:nvPr>
        </p:nvSpPr>
        <p:spPr>
          <a:xfrm>
            <a:off x="4658664" y="1260000"/>
            <a:ext cx="4068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pic>
        <p:nvPicPr>
          <p:cNvPr id="2" name="Graphic 1">
            <a:extLst>
              <a:ext uri="{FF2B5EF4-FFF2-40B4-BE49-F238E27FC236}">
                <a16:creationId xmlns:a16="http://schemas.microsoft.com/office/drawing/2014/main" id="{437E9F8B-5B93-F909-6599-53CAB2225CAE}"/>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20" name="TextBox 19">
            <a:extLst>
              <a:ext uri="{FF2B5EF4-FFF2-40B4-BE49-F238E27FC236}">
                <a16:creationId xmlns:a16="http://schemas.microsoft.com/office/drawing/2014/main" id="{38BB2193-E2EE-013C-3734-26FE2B6F289C}"/>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94D6E453-33BB-3D1A-87F2-BF23E7DB064B}"/>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25631BE9-7C06-22AD-145E-78B1BD5F79B4}"/>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Insert appropriate information classification. Apply document ID (if applicable).</a:t>
            </a:r>
            <a:endParaRPr lang="en-US" dirty="0"/>
          </a:p>
        </p:txBody>
      </p:sp>
      <p:cxnSp>
        <p:nvCxnSpPr>
          <p:cNvPr id="7" name="Straight Connector 6">
            <a:extLst>
              <a:ext uri="{FF2B5EF4-FFF2-40B4-BE49-F238E27FC236}">
                <a16:creationId xmlns:a16="http://schemas.microsoft.com/office/drawing/2014/main" id="{C4C81FBE-7963-2BF2-3D08-EB37DCED6F2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76002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3.6 - 3xBulle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270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3222000" y="1260000"/>
            <a:ext cx="270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6026662" y="1260000"/>
            <a:ext cx="2697658"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pic>
        <p:nvPicPr>
          <p:cNvPr id="2" name="Graphic 1">
            <a:extLst>
              <a:ext uri="{FF2B5EF4-FFF2-40B4-BE49-F238E27FC236}">
                <a16:creationId xmlns:a16="http://schemas.microsoft.com/office/drawing/2014/main" id="{14635BF5-054A-3811-41D1-1B20FDF97FB5}"/>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21" name="TextBox 20">
            <a:extLst>
              <a:ext uri="{FF2B5EF4-FFF2-40B4-BE49-F238E27FC236}">
                <a16:creationId xmlns:a16="http://schemas.microsoft.com/office/drawing/2014/main" id="{0B09C184-344B-3A37-4BC9-5F46DC81EA51}"/>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2" name="Slide Number Placeholder 5">
            <a:extLst>
              <a:ext uri="{FF2B5EF4-FFF2-40B4-BE49-F238E27FC236}">
                <a16:creationId xmlns:a16="http://schemas.microsoft.com/office/drawing/2014/main" id="{EA23E53E-BC8E-B2D9-8857-89A24EB07F95}"/>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3" name="Footer Placeholder 2">
            <a:extLst>
              <a:ext uri="{FF2B5EF4-FFF2-40B4-BE49-F238E27FC236}">
                <a16:creationId xmlns:a16="http://schemas.microsoft.com/office/drawing/2014/main" id="{E99784FE-D6A8-9580-1007-194EF43C8A28}"/>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Insert appropriate information classification. Apply document ID (if applicable).</a:t>
            </a:r>
            <a:endParaRPr lang="en-US" dirty="0"/>
          </a:p>
        </p:txBody>
      </p:sp>
      <p:cxnSp>
        <p:nvCxnSpPr>
          <p:cNvPr id="3" name="Straight Connector 2">
            <a:extLst>
              <a:ext uri="{FF2B5EF4-FFF2-40B4-BE49-F238E27FC236}">
                <a16:creationId xmlns:a16="http://schemas.microsoft.com/office/drawing/2014/main" id="{A9819FF9-0C48-6A68-6BD1-54B1244D681D}"/>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41724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3.7 - 4xBullet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5" name="Text Placeholder 12">
            <a:extLst>
              <a:ext uri="{FF2B5EF4-FFF2-40B4-BE49-F238E27FC236}">
                <a16:creationId xmlns:a16="http://schemas.microsoft.com/office/drawing/2014/main" id="{725B0BB8-7D8D-1CFB-75CE-E19F62B9211C}"/>
              </a:ext>
            </a:extLst>
          </p:cNvPr>
          <p:cNvSpPr>
            <a:spLocks noGrp="1"/>
          </p:cNvSpPr>
          <p:nvPr>
            <p:ph type="body" sz="quarter" idx="15"/>
          </p:nvPr>
        </p:nvSpPr>
        <p:spPr>
          <a:xfrm>
            <a:off x="417338"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Text Placeholder 12">
            <a:extLst>
              <a:ext uri="{FF2B5EF4-FFF2-40B4-BE49-F238E27FC236}">
                <a16:creationId xmlns:a16="http://schemas.microsoft.com/office/drawing/2014/main" id="{1BB609BD-442B-5330-C543-B4F748F8321A}"/>
              </a:ext>
            </a:extLst>
          </p:cNvPr>
          <p:cNvSpPr>
            <a:spLocks noGrp="1"/>
          </p:cNvSpPr>
          <p:nvPr>
            <p:ph type="body" sz="quarter" idx="16"/>
          </p:nvPr>
        </p:nvSpPr>
        <p:spPr>
          <a:xfrm>
            <a:off x="2526332"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9" name="Text Placeholder 12">
            <a:extLst>
              <a:ext uri="{FF2B5EF4-FFF2-40B4-BE49-F238E27FC236}">
                <a16:creationId xmlns:a16="http://schemas.microsoft.com/office/drawing/2014/main" id="{E664E6E2-580B-C0EC-85A4-858E1F7656F4}"/>
              </a:ext>
            </a:extLst>
          </p:cNvPr>
          <p:cNvSpPr>
            <a:spLocks noGrp="1"/>
          </p:cNvSpPr>
          <p:nvPr>
            <p:ph type="body" sz="quarter" idx="17"/>
          </p:nvPr>
        </p:nvSpPr>
        <p:spPr>
          <a:xfrm>
            <a:off x="4635326"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3" name="Text Placeholder 12">
            <a:extLst>
              <a:ext uri="{FF2B5EF4-FFF2-40B4-BE49-F238E27FC236}">
                <a16:creationId xmlns:a16="http://schemas.microsoft.com/office/drawing/2014/main" id="{9C0B71B1-8B5E-9FD1-A1AD-D5AD8A665FFB}"/>
              </a:ext>
            </a:extLst>
          </p:cNvPr>
          <p:cNvSpPr>
            <a:spLocks noGrp="1"/>
          </p:cNvSpPr>
          <p:nvPr>
            <p:ph type="body" sz="quarter" idx="18"/>
          </p:nvPr>
        </p:nvSpPr>
        <p:spPr>
          <a:xfrm>
            <a:off x="6744320" y="1260000"/>
            <a:ext cx="1980000" cy="3118980"/>
          </a:xfrm>
          <a:prstGeom prst="rect">
            <a:avLst/>
          </a:prstGeom>
        </p:spPr>
        <p:txBody>
          <a:bodyPr lIns="0" tIns="0" rIns="0" bIns="0"/>
          <a:lstStyle>
            <a:lvl1pPr marL="180000" indent="-180000">
              <a:lnSpc>
                <a:spcPct val="100000"/>
              </a:lnSpc>
              <a:spcBef>
                <a:spcPts val="0"/>
              </a:spcBef>
              <a:spcAft>
                <a:spcPts val="600"/>
              </a:spcAft>
              <a:buSzPct val="70000"/>
              <a:defRPr sz="1200">
                <a:solidFill>
                  <a:schemeClr val="bg1"/>
                </a:solidFill>
              </a:defRPr>
            </a:lvl1pPr>
            <a:lvl2pPr marL="360000" indent="-180000">
              <a:lnSpc>
                <a:spcPct val="100000"/>
              </a:lnSpc>
              <a:spcBef>
                <a:spcPts val="0"/>
              </a:spcBef>
              <a:spcAft>
                <a:spcPts val="600"/>
              </a:spcAft>
              <a:buSzPct val="70000"/>
              <a:defRPr sz="1200">
                <a:solidFill>
                  <a:schemeClr val="bg1"/>
                </a:solidFill>
              </a:defRPr>
            </a:lvl2pPr>
            <a:lvl3pPr marL="540000" indent="-180000">
              <a:lnSpc>
                <a:spcPct val="100000"/>
              </a:lnSpc>
              <a:spcBef>
                <a:spcPts val="0"/>
              </a:spcBef>
              <a:spcAft>
                <a:spcPts val="600"/>
              </a:spcAft>
              <a:buSzPct val="70000"/>
              <a:defRPr sz="1200">
                <a:solidFill>
                  <a:schemeClr val="bg1"/>
                </a:solidFill>
              </a:defRPr>
            </a:lvl3pPr>
            <a:lvl4pPr marL="720000" indent="-180000">
              <a:lnSpc>
                <a:spcPct val="100000"/>
              </a:lnSpc>
              <a:spcBef>
                <a:spcPts val="0"/>
              </a:spcBef>
              <a:spcAft>
                <a:spcPts val="600"/>
              </a:spcAft>
              <a:buSzPct val="70000"/>
              <a:defRPr lang="en-US" sz="1200" kern="1200" dirty="0">
                <a:solidFill>
                  <a:schemeClr val="bg1"/>
                </a:solidFill>
                <a:latin typeface="+mn-lt"/>
                <a:ea typeface="+mn-ea"/>
                <a:cs typeface="+mn-cs"/>
              </a:defRPr>
            </a:lvl4pPr>
            <a:lvl5pPr marL="900000" indent="-180000">
              <a:lnSpc>
                <a:spcPct val="100000"/>
              </a:lnSpc>
              <a:spcBef>
                <a:spcPts val="0"/>
              </a:spcBef>
              <a:spcAft>
                <a:spcPts val="600"/>
              </a:spcAft>
              <a:buSzPct val="70000"/>
              <a:defRPr sz="1200">
                <a:solidFill>
                  <a:schemeClr val="bg1"/>
                </a:solidFill>
              </a:defRPr>
            </a:lvl5pPr>
            <a:lvl6pPr marL="1080000" indent="-180000">
              <a:lnSpc>
                <a:spcPct val="100000"/>
              </a:lnSpc>
              <a:spcBef>
                <a:spcPts val="0"/>
              </a:spcBef>
              <a:buSzPct val="70000"/>
              <a:buFont typeface="Arial" panose="020B0604020202020204" pitchFamily="34" charset="0"/>
              <a:buChar char="•"/>
              <a:defRPr sz="1100">
                <a:solidFill>
                  <a:schemeClr val="tx2"/>
                </a:solidFill>
              </a:defRPr>
            </a:lvl6pPr>
            <a:lvl7pPr marL="1080000">
              <a:defRPr sz="1200"/>
            </a:lvl7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pic>
        <p:nvPicPr>
          <p:cNvPr id="2" name="Graphic 1">
            <a:extLst>
              <a:ext uri="{FF2B5EF4-FFF2-40B4-BE49-F238E27FC236}">
                <a16:creationId xmlns:a16="http://schemas.microsoft.com/office/drawing/2014/main" id="{AD49FC51-3DDE-4079-644A-F3FAEB0DC4AB}"/>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22" name="TextBox 21">
            <a:extLst>
              <a:ext uri="{FF2B5EF4-FFF2-40B4-BE49-F238E27FC236}">
                <a16:creationId xmlns:a16="http://schemas.microsoft.com/office/drawing/2014/main" id="{3F8C1C72-A585-7ED5-651B-B528B3970818}"/>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3" name="Slide Number Placeholder 5">
            <a:extLst>
              <a:ext uri="{FF2B5EF4-FFF2-40B4-BE49-F238E27FC236}">
                <a16:creationId xmlns:a16="http://schemas.microsoft.com/office/drawing/2014/main" id="{D3FAF429-6C3E-019C-0537-840220A5BF93}"/>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4" name="Footer Placeholder 2">
            <a:extLst>
              <a:ext uri="{FF2B5EF4-FFF2-40B4-BE49-F238E27FC236}">
                <a16:creationId xmlns:a16="http://schemas.microsoft.com/office/drawing/2014/main" id="{14C8B806-8FC3-E969-CBCA-FAFFE8971D2A}"/>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Insert appropriate information classification. Apply document ID (if applicable).</a:t>
            </a:r>
            <a:endParaRPr lang="en-US" dirty="0"/>
          </a:p>
        </p:txBody>
      </p:sp>
      <p:cxnSp>
        <p:nvCxnSpPr>
          <p:cNvPr id="7" name="Straight Connector 6">
            <a:extLst>
              <a:ext uri="{FF2B5EF4-FFF2-40B4-BE49-F238E27FC236}">
                <a16:creationId xmlns:a16="http://schemas.microsoft.com/office/drawing/2014/main" id="{AEE60DC6-6861-4B10-B2CD-E60D97CFE28A}"/>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43127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3.8 - Numbered dark">
    <p:bg>
      <p:bgPr>
        <a:solidFill>
          <a:schemeClr val="tx2"/>
        </a:solidFill>
        <a:effectLst/>
      </p:bgPr>
    </p:bg>
    <p:spTree>
      <p:nvGrpSpPr>
        <p:cNvPr id="1" name=""/>
        <p:cNvGrpSpPr/>
        <p:nvPr/>
      </p:nvGrpSpPr>
      <p:grpSpPr>
        <a:xfrm>
          <a:off x="0" y="0"/>
          <a:ext cx="0" cy="0"/>
          <a:chOff x="0" y="0"/>
          <a:chExt cx="0" cy="0"/>
        </a:xfrm>
      </p:grpSpPr>
      <p:sp>
        <p:nvSpPr>
          <p:cNvPr id="6" name="Text Placeholder 42">
            <a:extLst>
              <a:ext uri="{FF2B5EF4-FFF2-40B4-BE49-F238E27FC236}">
                <a16:creationId xmlns:a16="http://schemas.microsoft.com/office/drawing/2014/main" id="{D048D520-8858-4E4E-8511-3306272E38FC}"/>
              </a:ext>
            </a:extLst>
          </p:cNvPr>
          <p:cNvSpPr>
            <a:spLocks noGrp="1"/>
          </p:cNvSpPr>
          <p:nvPr>
            <p:ph type="body" sz="quarter" idx="12" hasCustomPrompt="1"/>
          </p:nvPr>
        </p:nvSpPr>
        <p:spPr>
          <a:xfrm>
            <a:off x="417600" y="395946"/>
            <a:ext cx="8308800" cy="340654"/>
          </a:xfrm>
          <a:prstGeom prst="rect">
            <a:avLst/>
          </a:prstGeom>
        </p:spPr>
        <p:txBody>
          <a:bodyPr lIns="0" tIns="0" rIns="0" bIns="0"/>
          <a:lstStyle>
            <a:lvl1pPr marL="0" indent="0">
              <a:lnSpc>
                <a:spcPct val="100000"/>
              </a:lnSpc>
              <a:spcBef>
                <a:spcPts val="0"/>
              </a:spcBef>
              <a:buNone/>
              <a:defRPr sz="24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4" name="Text Placeholder 42">
            <a:extLst>
              <a:ext uri="{FF2B5EF4-FFF2-40B4-BE49-F238E27FC236}">
                <a16:creationId xmlns:a16="http://schemas.microsoft.com/office/drawing/2014/main" id="{73EC6F19-4B79-4103-93C9-A7D00929D42E}"/>
              </a:ext>
            </a:extLst>
          </p:cNvPr>
          <p:cNvSpPr>
            <a:spLocks noGrp="1"/>
          </p:cNvSpPr>
          <p:nvPr>
            <p:ph type="body" sz="quarter" idx="13" hasCustomPrompt="1"/>
          </p:nvPr>
        </p:nvSpPr>
        <p:spPr>
          <a:xfrm>
            <a:off x="417600" y="764520"/>
            <a:ext cx="8308800" cy="340654"/>
          </a:xfrm>
          <a:prstGeom prst="rect">
            <a:avLst/>
          </a:prstGeom>
        </p:spPr>
        <p:txBody>
          <a:bodyPr lIns="0" tIns="0" rIns="0" bIns="0"/>
          <a:lstStyle>
            <a:lvl1pPr marL="0" indent="0">
              <a:lnSpc>
                <a:spcPct val="100000"/>
              </a:lnSpc>
              <a:spcBef>
                <a:spcPts val="0"/>
              </a:spcBef>
              <a:buNone/>
              <a:defRPr sz="1800" baseline="0">
                <a:solidFill>
                  <a:schemeClr val="bg1"/>
                </a:solidFill>
                <a:latin typeface="Nokia Pure Headline Light" panose="020B0304020202020204" pitchFamily="34" charset="0"/>
              </a:defRPr>
            </a:lvl1pPr>
          </a:lstStyle>
          <a:p>
            <a:pPr lvl="0"/>
            <a:r>
              <a:rPr lang="en-US" noProof="0" dirty="0"/>
              <a:t>Click to edit headline</a:t>
            </a:r>
          </a:p>
        </p:txBody>
      </p:sp>
      <p:sp>
        <p:nvSpPr>
          <p:cNvPr id="3" name="Text Placeholder 2">
            <a:extLst>
              <a:ext uri="{FF2B5EF4-FFF2-40B4-BE49-F238E27FC236}">
                <a16:creationId xmlns:a16="http://schemas.microsoft.com/office/drawing/2014/main" id="{E0427494-DD66-A478-7CF6-11C578BC21E9}"/>
              </a:ext>
            </a:extLst>
          </p:cNvPr>
          <p:cNvSpPr>
            <a:spLocks noGrp="1"/>
          </p:cNvSpPr>
          <p:nvPr>
            <p:ph type="body" sz="quarter" idx="14" hasCustomPrompt="1"/>
          </p:nvPr>
        </p:nvSpPr>
        <p:spPr>
          <a:xfrm>
            <a:off x="417600" y="1260000"/>
            <a:ext cx="8308800" cy="3118980"/>
          </a:xfrm>
          <a:prstGeom prst="rect">
            <a:avLst/>
          </a:prstGeom>
        </p:spPr>
        <p:txBody>
          <a:bodyPr lIns="0" tIns="0" rIns="0" bIns="0"/>
          <a:lstStyle>
            <a:lvl1pPr marL="228600" indent="-228600">
              <a:lnSpc>
                <a:spcPct val="100000"/>
              </a:lnSpc>
              <a:spcBef>
                <a:spcPts val="0"/>
              </a:spcBef>
              <a:spcAft>
                <a:spcPts val="600"/>
              </a:spcAft>
              <a:buFont typeface="+mj-lt"/>
              <a:buAutoNum type="arabicPeriod"/>
              <a:defRPr sz="1200">
                <a:solidFill>
                  <a:schemeClr val="bg1"/>
                </a:solidFill>
              </a:defRPr>
            </a:lvl1pPr>
            <a:lvl2pPr marL="408600" indent="-228600">
              <a:lnSpc>
                <a:spcPct val="100000"/>
              </a:lnSpc>
              <a:spcBef>
                <a:spcPts val="0"/>
              </a:spcBef>
              <a:spcAft>
                <a:spcPts val="600"/>
              </a:spcAft>
              <a:buFont typeface="+mj-lt"/>
              <a:buAutoNum type="arabicPeriod" startAt="2"/>
              <a:defRPr sz="1200">
                <a:solidFill>
                  <a:schemeClr val="bg1"/>
                </a:solidFill>
              </a:defRPr>
            </a:lvl2pPr>
            <a:lvl3pPr marL="588600" indent="-228600">
              <a:lnSpc>
                <a:spcPct val="100000"/>
              </a:lnSpc>
              <a:spcBef>
                <a:spcPts val="0"/>
              </a:spcBef>
              <a:spcAft>
                <a:spcPts val="600"/>
              </a:spcAft>
              <a:buFont typeface="+mj-lt"/>
              <a:buAutoNum type="arabicPeriod" startAt="3"/>
              <a:defRPr sz="1200">
                <a:solidFill>
                  <a:schemeClr val="bg1"/>
                </a:solidFill>
              </a:defRPr>
            </a:lvl3pPr>
            <a:lvl4pPr marL="768600" indent="-228600">
              <a:lnSpc>
                <a:spcPct val="100000"/>
              </a:lnSpc>
              <a:spcBef>
                <a:spcPts val="0"/>
              </a:spcBef>
              <a:spcAft>
                <a:spcPts val="600"/>
              </a:spcAft>
              <a:buFont typeface="+mj-lt"/>
              <a:buAutoNum type="arabicPeriod" startAt="4"/>
              <a:defRPr sz="1200">
                <a:solidFill>
                  <a:schemeClr val="bg1"/>
                </a:solidFill>
              </a:defRPr>
            </a:lvl4pPr>
            <a:lvl5pPr marL="957150" indent="-228600">
              <a:lnSpc>
                <a:spcPct val="100000"/>
              </a:lnSpc>
              <a:spcBef>
                <a:spcPts val="0"/>
              </a:spcBef>
              <a:spcAft>
                <a:spcPts val="600"/>
              </a:spcAft>
              <a:buFont typeface="+mj-lt"/>
              <a:buAutoNum type="arabicPeriod" startAt="5"/>
              <a:defRPr sz="1200">
                <a:solidFill>
                  <a:schemeClr val="bg1"/>
                </a:solidFill>
              </a:defRPr>
            </a:lvl5pPr>
          </a:lstStyle>
          <a:p>
            <a:pPr lvl="0"/>
            <a:r>
              <a:rPr lang="en-US" dirty="0"/>
              <a:t>Text here</a:t>
            </a:r>
          </a:p>
          <a:p>
            <a:pPr lvl="1"/>
            <a:r>
              <a:rPr lang="en-US" dirty="0"/>
              <a:t>Text here</a:t>
            </a:r>
          </a:p>
          <a:p>
            <a:pPr lvl="2"/>
            <a:r>
              <a:rPr lang="en-US" dirty="0"/>
              <a:t>Text here</a:t>
            </a:r>
          </a:p>
          <a:p>
            <a:pPr lvl="3"/>
            <a:r>
              <a:rPr lang="en-US" dirty="0"/>
              <a:t>Text here</a:t>
            </a:r>
          </a:p>
          <a:p>
            <a:pPr marL="957150" marR="0" lvl="4" indent="-228600" algn="l" defTabSz="685800" rtl="0" eaLnBrk="1" fontAlgn="auto" latinLnBrk="0" hangingPunct="1">
              <a:lnSpc>
                <a:spcPct val="100000"/>
              </a:lnSpc>
              <a:spcBef>
                <a:spcPts val="0"/>
              </a:spcBef>
              <a:spcAft>
                <a:spcPts val="300"/>
              </a:spcAft>
              <a:buClrTx/>
              <a:buSzTx/>
              <a:tabLst/>
              <a:defRPr/>
            </a:pPr>
            <a:r>
              <a:rPr lang="en-US" dirty="0"/>
              <a:t>Text here</a:t>
            </a:r>
          </a:p>
        </p:txBody>
      </p:sp>
      <p:pic>
        <p:nvPicPr>
          <p:cNvPr id="2" name="Graphic 1">
            <a:extLst>
              <a:ext uri="{FF2B5EF4-FFF2-40B4-BE49-F238E27FC236}">
                <a16:creationId xmlns:a16="http://schemas.microsoft.com/office/drawing/2014/main" id="{AF7ADEE1-F63C-492E-6243-826D5239E9FD}"/>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19" name="TextBox 18">
            <a:extLst>
              <a:ext uri="{FF2B5EF4-FFF2-40B4-BE49-F238E27FC236}">
                <a16:creationId xmlns:a16="http://schemas.microsoft.com/office/drawing/2014/main" id="{128DC97F-4D64-0DED-88CD-EE02622DD1AB}"/>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0" name="Slide Number Placeholder 5">
            <a:extLst>
              <a:ext uri="{FF2B5EF4-FFF2-40B4-BE49-F238E27FC236}">
                <a16:creationId xmlns:a16="http://schemas.microsoft.com/office/drawing/2014/main" id="{36AADFB0-EF58-B66F-9E2F-35B8CE845DFC}"/>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B5E01CE8-3A1A-97F6-CB42-2A7B7096CAA4}"/>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Insert appropriate information classification. Apply document ID (if applicable).</a:t>
            </a:r>
            <a:endParaRPr lang="en-US" dirty="0"/>
          </a:p>
        </p:txBody>
      </p:sp>
      <p:cxnSp>
        <p:nvCxnSpPr>
          <p:cNvPr id="5" name="Straight Connector 4">
            <a:extLst>
              <a:ext uri="{FF2B5EF4-FFF2-40B4-BE49-F238E27FC236}">
                <a16:creationId xmlns:a16="http://schemas.microsoft.com/office/drawing/2014/main" id="{73CB7487-BD83-B400-F941-3715EED3ECC0}"/>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15639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3.9 - Title dark">
    <p:bg>
      <p:bgPr>
        <a:solidFill>
          <a:schemeClr val="tx2"/>
        </a:solidFill>
        <a:effectLst/>
      </p:bgPr>
    </p:bg>
    <p:spTree>
      <p:nvGrpSpPr>
        <p:cNvPr id="1" name=""/>
        <p:cNvGrpSpPr/>
        <p:nvPr/>
      </p:nvGrpSpPr>
      <p:grpSpPr>
        <a:xfrm>
          <a:off x="0" y="0"/>
          <a:ext cx="0" cy="0"/>
          <a:chOff x="0" y="0"/>
          <a:chExt cx="0" cy="0"/>
        </a:xfrm>
      </p:grpSpPr>
      <p:sp>
        <p:nvSpPr>
          <p:cNvPr id="5" name="Text Placeholder 42">
            <a:extLst>
              <a:ext uri="{FF2B5EF4-FFF2-40B4-BE49-F238E27FC236}">
                <a16:creationId xmlns:a16="http://schemas.microsoft.com/office/drawing/2014/main" id="{4B403941-CFEA-9A2F-6625-4961A6C63DBE}"/>
              </a:ext>
            </a:extLst>
          </p:cNvPr>
          <p:cNvSpPr>
            <a:spLocks noGrp="1"/>
          </p:cNvSpPr>
          <p:nvPr>
            <p:ph type="body" sz="quarter" idx="11"/>
          </p:nvPr>
        </p:nvSpPr>
        <p:spPr>
          <a:xfrm>
            <a:off x="417600" y="1080000"/>
            <a:ext cx="8308800" cy="1760501"/>
          </a:xfrm>
          <a:prstGeom prst="rect">
            <a:avLst/>
          </a:prstGeom>
        </p:spPr>
        <p:txBody>
          <a:bodyPr lIns="0" tIns="0" rIns="0" bIns="0"/>
          <a:lstStyle>
            <a:lvl1pPr marL="0" indent="0">
              <a:buNone/>
              <a:defRPr sz="5400" baseline="0">
                <a:solidFill>
                  <a:schemeClr val="bg1"/>
                </a:solidFill>
                <a:latin typeface="Nokia Pure Headline Ultra Light" panose="020B0204020202020204" pitchFamily="34" charset="0"/>
              </a:defRPr>
            </a:lvl1pPr>
          </a:lstStyle>
          <a:p>
            <a:pPr lvl="0"/>
            <a:r>
              <a:rPr lang="en-US" altLang="zh-CN"/>
              <a:t>Click to edit Master text styles</a:t>
            </a:r>
          </a:p>
        </p:txBody>
      </p:sp>
      <p:pic>
        <p:nvPicPr>
          <p:cNvPr id="3" name="Graphic 2">
            <a:extLst>
              <a:ext uri="{FF2B5EF4-FFF2-40B4-BE49-F238E27FC236}">
                <a16:creationId xmlns:a16="http://schemas.microsoft.com/office/drawing/2014/main" id="{8751E31D-7B4F-D8BB-1E48-D88EA581DC1E}"/>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52320" y="4740459"/>
            <a:ext cx="972000" cy="219014"/>
          </a:xfrm>
          <a:prstGeom prst="rect">
            <a:avLst/>
          </a:prstGeom>
        </p:spPr>
      </p:pic>
      <p:sp>
        <p:nvSpPr>
          <p:cNvPr id="17" name="TextBox 16">
            <a:extLst>
              <a:ext uri="{FF2B5EF4-FFF2-40B4-BE49-F238E27FC236}">
                <a16:creationId xmlns:a16="http://schemas.microsoft.com/office/drawing/2014/main" id="{3CFD536D-56F0-6B89-4E85-90A6E969D32B}"/>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8" name="Slide Number Placeholder 5">
            <a:extLst>
              <a:ext uri="{FF2B5EF4-FFF2-40B4-BE49-F238E27FC236}">
                <a16:creationId xmlns:a16="http://schemas.microsoft.com/office/drawing/2014/main" id="{A2A18FDE-17E4-A96B-C3EE-A77EEBA83E23}"/>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9" name="Footer Placeholder 2">
            <a:extLst>
              <a:ext uri="{FF2B5EF4-FFF2-40B4-BE49-F238E27FC236}">
                <a16:creationId xmlns:a16="http://schemas.microsoft.com/office/drawing/2014/main" id="{A39C322E-4A8A-CA2E-DBCD-97DA4FDE15D2}"/>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Insert appropriate information classification. Apply document ID (if applicable).</a:t>
            </a:r>
            <a:endParaRPr lang="en-US" dirty="0"/>
          </a:p>
        </p:txBody>
      </p:sp>
      <p:sp>
        <p:nvSpPr>
          <p:cNvPr id="21" name="Text Placeholder 42">
            <a:extLst>
              <a:ext uri="{FF2B5EF4-FFF2-40B4-BE49-F238E27FC236}">
                <a16:creationId xmlns:a16="http://schemas.microsoft.com/office/drawing/2014/main" id="{B3D3C671-29A5-6951-28E5-A58089FE5D4B}"/>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ltLang="zh-CN"/>
              <a:t>Click to edit Master text styles</a:t>
            </a:r>
          </a:p>
        </p:txBody>
      </p:sp>
      <p:cxnSp>
        <p:nvCxnSpPr>
          <p:cNvPr id="2" name="Straight Connector 1">
            <a:extLst>
              <a:ext uri="{FF2B5EF4-FFF2-40B4-BE49-F238E27FC236}">
                <a16:creationId xmlns:a16="http://schemas.microsoft.com/office/drawing/2014/main" id="{E062FB6E-4504-FEA1-6B62-6D6CDB0C297E}"/>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39201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4.1 - Cover N BlueGreen1">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A97BECFD-8EA7-0689-338E-FF79734814C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6" name="Graphic 5">
            <a:extLst>
              <a:ext uri="{FF2B5EF4-FFF2-40B4-BE49-F238E27FC236}">
                <a16:creationId xmlns:a16="http://schemas.microsoft.com/office/drawing/2014/main" id="{B8976C7B-2688-70F3-77A4-4D1113FB54EC}"/>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5144400" cy="5144400"/>
          </a:xfrm>
          <a:prstGeom prst="rect">
            <a:avLst/>
          </a:prstGeom>
        </p:spPr>
      </p:pic>
      <p:sp>
        <p:nvSpPr>
          <p:cNvPr id="2" name="Title 4">
            <a:extLst>
              <a:ext uri="{FF2B5EF4-FFF2-40B4-BE49-F238E27FC236}">
                <a16:creationId xmlns:a16="http://schemas.microsoft.com/office/drawing/2014/main" id="{FCA7DC03-F552-0867-352F-D9703C6058FC}"/>
              </a:ext>
            </a:extLst>
          </p:cNvPr>
          <p:cNvSpPr>
            <a:spLocks noGrp="1"/>
          </p:cNvSpPr>
          <p:nvPr>
            <p:ph type="title" hasCustomPrompt="1"/>
          </p:nvPr>
        </p:nvSpPr>
        <p:spPr>
          <a:xfrm>
            <a:off x="5292671" y="701061"/>
            <a:ext cx="3433727"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4" name="Text Placeholder 3">
            <a:extLst>
              <a:ext uri="{FF2B5EF4-FFF2-40B4-BE49-F238E27FC236}">
                <a16:creationId xmlns:a16="http://schemas.microsoft.com/office/drawing/2014/main" id="{095DCB03-B7A1-6B00-BC51-6A2712B64A79}"/>
              </a:ext>
            </a:extLst>
          </p:cNvPr>
          <p:cNvSpPr>
            <a:spLocks noGrp="1"/>
          </p:cNvSpPr>
          <p:nvPr>
            <p:ph type="body" sz="quarter" idx="12" hasCustomPrompt="1"/>
          </p:nvPr>
        </p:nvSpPr>
        <p:spPr>
          <a:xfrm>
            <a:off x="5292671" y="2126098"/>
            <a:ext cx="3433727"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grpSp>
        <p:nvGrpSpPr>
          <p:cNvPr id="10" name="Graphic 3">
            <a:extLst>
              <a:ext uri="{FF2B5EF4-FFF2-40B4-BE49-F238E27FC236}">
                <a16:creationId xmlns:a16="http://schemas.microsoft.com/office/drawing/2014/main" id="{49D9392C-9E29-427F-3C29-C64146E898C7}"/>
              </a:ext>
            </a:extLst>
          </p:cNvPr>
          <p:cNvGrpSpPr/>
          <p:nvPr userDrawn="1"/>
        </p:nvGrpSpPr>
        <p:grpSpPr>
          <a:xfrm>
            <a:off x="1237478" y="4482674"/>
            <a:ext cx="1363492" cy="307063"/>
            <a:chOff x="469958" y="1647414"/>
            <a:chExt cx="8205029" cy="1847802"/>
          </a:xfrm>
          <a:solidFill>
            <a:schemeClr val="bg1"/>
          </a:solidFill>
        </p:grpSpPr>
        <p:sp>
          <p:nvSpPr>
            <p:cNvPr id="11" name="Freeform 33">
              <a:extLst>
                <a:ext uri="{FF2B5EF4-FFF2-40B4-BE49-F238E27FC236}">
                  <a16:creationId xmlns:a16="http://schemas.microsoft.com/office/drawing/2014/main" id="{86483177-9ABF-3F5C-ED1D-16C01EEE37C3}"/>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12" name="Freeform 34">
              <a:extLst>
                <a:ext uri="{FF2B5EF4-FFF2-40B4-BE49-F238E27FC236}">
                  <a16:creationId xmlns:a16="http://schemas.microsoft.com/office/drawing/2014/main" id="{97C96119-D9F7-8022-5694-A13E7950B525}"/>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13" name="Freeform 35">
              <a:extLst>
                <a:ext uri="{FF2B5EF4-FFF2-40B4-BE49-F238E27FC236}">
                  <a16:creationId xmlns:a16="http://schemas.microsoft.com/office/drawing/2014/main" id="{247CB589-C660-36A6-BF29-1327034A9815}"/>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4" name="Freeform 36">
              <a:extLst>
                <a:ext uri="{FF2B5EF4-FFF2-40B4-BE49-F238E27FC236}">
                  <a16:creationId xmlns:a16="http://schemas.microsoft.com/office/drawing/2014/main" id="{2B915696-0B26-9206-B2E7-93708805BDBC}"/>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5" name="Freeform 37">
              <a:extLst>
                <a:ext uri="{FF2B5EF4-FFF2-40B4-BE49-F238E27FC236}">
                  <a16:creationId xmlns:a16="http://schemas.microsoft.com/office/drawing/2014/main" id="{AA3A0836-5277-7254-E598-6DE9FA1A526D}"/>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sp>
        <p:nvSpPr>
          <p:cNvPr id="3" name="TextBox 2">
            <a:extLst>
              <a:ext uri="{FF2B5EF4-FFF2-40B4-BE49-F238E27FC236}">
                <a16:creationId xmlns:a16="http://schemas.microsoft.com/office/drawing/2014/main" id="{659763D9-588F-2473-91CB-B8C347B72189}"/>
              </a:ext>
            </a:extLst>
          </p:cNvPr>
          <p:cNvSpPr txBox="1"/>
          <p:nvPr userDrawn="1"/>
        </p:nvSpPr>
        <p:spPr>
          <a:xfrm>
            <a:off x="5553597"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6" name="Slide Number Placeholder 5">
            <a:extLst>
              <a:ext uri="{FF2B5EF4-FFF2-40B4-BE49-F238E27FC236}">
                <a16:creationId xmlns:a16="http://schemas.microsoft.com/office/drawing/2014/main" id="{23FCDC52-0E62-A2F4-0387-BFC107C7F663}"/>
              </a:ext>
            </a:extLst>
          </p:cNvPr>
          <p:cNvSpPr txBox="1">
            <a:spLocks/>
          </p:cNvSpPr>
          <p:nvPr userDrawn="1"/>
        </p:nvSpPr>
        <p:spPr>
          <a:xfrm>
            <a:off x="5292671"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753EC447-D430-EA30-E1F1-75D216432106}"/>
              </a:ext>
            </a:extLst>
          </p:cNvPr>
          <p:cNvSpPr>
            <a:spLocks noGrp="1"/>
          </p:cNvSpPr>
          <p:nvPr>
            <p:ph type="ftr" sz="quarter" idx="3"/>
          </p:nvPr>
        </p:nvSpPr>
        <p:spPr>
          <a:xfrm>
            <a:off x="6378179" y="4858555"/>
            <a:ext cx="2592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cxnSp>
        <p:nvCxnSpPr>
          <p:cNvPr id="7" name="Straight Connector 6">
            <a:extLst>
              <a:ext uri="{FF2B5EF4-FFF2-40B4-BE49-F238E27FC236}">
                <a16:creationId xmlns:a16="http://schemas.microsoft.com/office/drawing/2014/main" id="{823B30CB-3B0D-6B0D-CAD2-F3DB42C0D06B}"/>
              </a:ext>
            </a:extLst>
          </p:cNvPr>
          <p:cNvCxnSpPr>
            <a:cxnSpLocks/>
          </p:cNvCxnSpPr>
          <p:nvPr userDrawn="1"/>
        </p:nvCxnSpPr>
        <p:spPr>
          <a:xfrm>
            <a:off x="6278509"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09633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4.2 - Cover N PurpleBlue1">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81E104F6-2E1E-CFDD-A69D-C115384F159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5" name="Graphic 4">
            <a:extLst>
              <a:ext uri="{FF2B5EF4-FFF2-40B4-BE49-F238E27FC236}">
                <a16:creationId xmlns:a16="http://schemas.microsoft.com/office/drawing/2014/main" id="{0E27FD93-255E-C585-12C2-E99681C9BE5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901"/>
            <a:ext cx="5144400" cy="5144400"/>
          </a:xfrm>
          <a:prstGeom prst="rect">
            <a:avLst/>
          </a:prstGeom>
        </p:spPr>
      </p:pic>
      <p:sp>
        <p:nvSpPr>
          <p:cNvPr id="11" name="Title 4">
            <a:extLst>
              <a:ext uri="{FF2B5EF4-FFF2-40B4-BE49-F238E27FC236}">
                <a16:creationId xmlns:a16="http://schemas.microsoft.com/office/drawing/2014/main" id="{59E922F0-08F0-9919-8C26-CE716C3AE5B2}"/>
              </a:ext>
            </a:extLst>
          </p:cNvPr>
          <p:cNvSpPr>
            <a:spLocks noGrp="1"/>
          </p:cNvSpPr>
          <p:nvPr>
            <p:ph type="title" hasCustomPrompt="1"/>
          </p:nvPr>
        </p:nvSpPr>
        <p:spPr>
          <a:xfrm>
            <a:off x="5292671" y="701061"/>
            <a:ext cx="3433727"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2" name="Text Placeholder 3">
            <a:extLst>
              <a:ext uri="{FF2B5EF4-FFF2-40B4-BE49-F238E27FC236}">
                <a16:creationId xmlns:a16="http://schemas.microsoft.com/office/drawing/2014/main" id="{FDF29A45-EE41-3151-6F22-1274BFD4DDDB}"/>
              </a:ext>
            </a:extLst>
          </p:cNvPr>
          <p:cNvSpPr>
            <a:spLocks noGrp="1"/>
          </p:cNvSpPr>
          <p:nvPr>
            <p:ph type="body" sz="quarter" idx="12" hasCustomPrompt="1"/>
          </p:nvPr>
        </p:nvSpPr>
        <p:spPr>
          <a:xfrm>
            <a:off x="5292671" y="2126098"/>
            <a:ext cx="3433727"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grpSp>
        <p:nvGrpSpPr>
          <p:cNvPr id="7" name="Graphic 3">
            <a:extLst>
              <a:ext uri="{FF2B5EF4-FFF2-40B4-BE49-F238E27FC236}">
                <a16:creationId xmlns:a16="http://schemas.microsoft.com/office/drawing/2014/main" id="{AC803887-2AFC-DF73-DE60-1BE27DDE158C}"/>
              </a:ext>
            </a:extLst>
          </p:cNvPr>
          <p:cNvGrpSpPr/>
          <p:nvPr userDrawn="1"/>
        </p:nvGrpSpPr>
        <p:grpSpPr>
          <a:xfrm>
            <a:off x="1237478" y="4482674"/>
            <a:ext cx="1363492" cy="307063"/>
            <a:chOff x="469958" y="1647414"/>
            <a:chExt cx="8205029" cy="1847802"/>
          </a:xfrm>
          <a:solidFill>
            <a:schemeClr val="bg1"/>
          </a:solidFill>
        </p:grpSpPr>
        <p:sp>
          <p:nvSpPr>
            <p:cNvPr id="8" name="Freeform 33">
              <a:extLst>
                <a:ext uri="{FF2B5EF4-FFF2-40B4-BE49-F238E27FC236}">
                  <a16:creationId xmlns:a16="http://schemas.microsoft.com/office/drawing/2014/main" id="{FB007C44-CA5E-747F-537B-FA8B422F6EF5}"/>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9" name="Freeform 34">
              <a:extLst>
                <a:ext uri="{FF2B5EF4-FFF2-40B4-BE49-F238E27FC236}">
                  <a16:creationId xmlns:a16="http://schemas.microsoft.com/office/drawing/2014/main" id="{ACD5E94E-82F7-2222-8DA7-BF2F4217D471}"/>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13" name="Freeform 35">
              <a:extLst>
                <a:ext uri="{FF2B5EF4-FFF2-40B4-BE49-F238E27FC236}">
                  <a16:creationId xmlns:a16="http://schemas.microsoft.com/office/drawing/2014/main" id="{3422F086-3538-B59C-A13B-E07C6B180720}"/>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4" name="Freeform 36">
              <a:extLst>
                <a:ext uri="{FF2B5EF4-FFF2-40B4-BE49-F238E27FC236}">
                  <a16:creationId xmlns:a16="http://schemas.microsoft.com/office/drawing/2014/main" id="{64270631-5CE7-99C0-6E82-FDECFC1D3634}"/>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5" name="Freeform 37">
              <a:extLst>
                <a:ext uri="{FF2B5EF4-FFF2-40B4-BE49-F238E27FC236}">
                  <a16:creationId xmlns:a16="http://schemas.microsoft.com/office/drawing/2014/main" id="{AEC4CD95-FA07-887B-3375-C4368A44AF15}"/>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sp>
        <p:nvSpPr>
          <p:cNvPr id="20" name="TextBox 19">
            <a:extLst>
              <a:ext uri="{FF2B5EF4-FFF2-40B4-BE49-F238E27FC236}">
                <a16:creationId xmlns:a16="http://schemas.microsoft.com/office/drawing/2014/main" id="{77E65701-8704-DC44-7F06-7957F6D50DDE}"/>
              </a:ext>
            </a:extLst>
          </p:cNvPr>
          <p:cNvSpPr txBox="1"/>
          <p:nvPr userDrawn="1"/>
        </p:nvSpPr>
        <p:spPr>
          <a:xfrm>
            <a:off x="5553597"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B0CCF65E-F2C0-F179-6CEF-6926AE13A1AD}"/>
              </a:ext>
            </a:extLst>
          </p:cNvPr>
          <p:cNvSpPr txBox="1">
            <a:spLocks/>
          </p:cNvSpPr>
          <p:nvPr userDrawn="1"/>
        </p:nvSpPr>
        <p:spPr>
          <a:xfrm>
            <a:off x="5292671"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4148E0E7-D605-6CB3-E2A2-9F865D08BD3D}"/>
              </a:ext>
            </a:extLst>
          </p:cNvPr>
          <p:cNvSpPr>
            <a:spLocks noGrp="1"/>
          </p:cNvSpPr>
          <p:nvPr>
            <p:ph type="ftr" sz="quarter" idx="3"/>
          </p:nvPr>
        </p:nvSpPr>
        <p:spPr>
          <a:xfrm>
            <a:off x="6378179" y="4858555"/>
            <a:ext cx="2592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cxnSp>
        <p:nvCxnSpPr>
          <p:cNvPr id="2" name="Straight Connector 1">
            <a:extLst>
              <a:ext uri="{FF2B5EF4-FFF2-40B4-BE49-F238E27FC236}">
                <a16:creationId xmlns:a16="http://schemas.microsoft.com/office/drawing/2014/main" id="{452FEEE1-227F-5289-5CC7-714EBE3E19C9}"/>
              </a:ext>
            </a:extLst>
          </p:cNvPr>
          <p:cNvCxnSpPr>
            <a:cxnSpLocks/>
          </p:cNvCxnSpPr>
          <p:nvPr userDrawn="1"/>
        </p:nvCxnSpPr>
        <p:spPr>
          <a:xfrm>
            <a:off x="6278509"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09734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4.3 - Cover N Pink1">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1C7D16BB-9265-7D3A-E136-8F028A9F86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pic>
        <p:nvPicPr>
          <p:cNvPr id="20" name="Graphic 19">
            <a:extLst>
              <a:ext uri="{FF2B5EF4-FFF2-40B4-BE49-F238E27FC236}">
                <a16:creationId xmlns:a16="http://schemas.microsoft.com/office/drawing/2014/main" id="{A7536232-7B28-DCFA-37A3-EEBA7365A53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0"/>
            <a:ext cx="5144400" cy="5144400"/>
          </a:xfrm>
          <a:prstGeom prst="rect">
            <a:avLst/>
          </a:prstGeom>
        </p:spPr>
      </p:pic>
      <p:sp>
        <p:nvSpPr>
          <p:cNvPr id="9" name="Title 4">
            <a:extLst>
              <a:ext uri="{FF2B5EF4-FFF2-40B4-BE49-F238E27FC236}">
                <a16:creationId xmlns:a16="http://schemas.microsoft.com/office/drawing/2014/main" id="{44BBE444-2A25-873F-1D05-3ED543575B73}"/>
              </a:ext>
            </a:extLst>
          </p:cNvPr>
          <p:cNvSpPr>
            <a:spLocks noGrp="1"/>
          </p:cNvSpPr>
          <p:nvPr>
            <p:ph type="title" hasCustomPrompt="1"/>
          </p:nvPr>
        </p:nvSpPr>
        <p:spPr>
          <a:xfrm>
            <a:off x="5292671" y="701061"/>
            <a:ext cx="3433727"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0" name="Text Placeholder 3">
            <a:extLst>
              <a:ext uri="{FF2B5EF4-FFF2-40B4-BE49-F238E27FC236}">
                <a16:creationId xmlns:a16="http://schemas.microsoft.com/office/drawing/2014/main" id="{1CE0441B-626C-B0BA-7F19-6E6E187E9F84}"/>
              </a:ext>
            </a:extLst>
          </p:cNvPr>
          <p:cNvSpPr>
            <a:spLocks noGrp="1"/>
          </p:cNvSpPr>
          <p:nvPr>
            <p:ph type="body" sz="quarter" idx="12" hasCustomPrompt="1"/>
          </p:nvPr>
        </p:nvSpPr>
        <p:spPr>
          <a:xfrm>
            <a:off x="5292671" y="2126098"/>
            <a:ext cx="3433727"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grpSp>
        <p:nvGrpSpPr>
          <p:cNvPr id="12" name="Graphic 3">
            <a:extLst>
              <a:ext uri="{FF2B5EF4-FFF2-40B4-BE49-F238E27FC236}">
                <a16:creationId xmlns:a16="http://schemas.microsoft.com/office/drawing/2014/main" id="{BBCFFB55-AEE0-B60F-9245-9C27632712D3}"/>
              </a:ext>
            </a:extLst>
          </p:cNvPr>
          <p:cNvGrpSpPr/>
          <p:nvPr userDrawn="1"/>
        </p:nvGrpSpPr>
        <p:grpSpPr>
          <a:xfrm>
            <a:off x="1237478" y="4482674"/>
            <a:ext cx="1363492" cy="307063"/>
            <a:chOff x="469958" y="1647414"/>
            <a:chExt cx="8205029" cy="1847802"/>
          </a:xfrm>
          <a:solidFill>
            <a:schemeClr val="bg1"/>
          </a:solidFill>
        </p:grpSpPr>
        <p:sp>
          <p:nvSpPr>
            <p:cNvPr id="13" name="Freeform 33">
              <a:extLst>
                <a:ext uri="{FF2B5EF4-FFF2-40B4-BE49-F238E27FC236}">
                  <a16:creationId xmlns:a16="http://schemas.microsoft.com/office/drawing/2014/main" id="{488E8824-AD70-39E9-BE21-40A428AA1642}"/>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14" name="Freeform 34">
              <a:extLst>
                <a:ext uri="{FF2B5EF4-FFF2-40B4-BE49-F238E27FC236}">
                  <a16:creationId xmlns:a16="http://schemas.microsoft.com/office/drawing/2014/main" id="{CAC7C88C-6569-86EB-A912-A81A3D3D3239}"/>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15" name="Freeform 35">
              <a:extLst>
                <a:ext uri="{FF2B5EF4-FFF2-40B4-BE49-F238E27FC236}">
                  <a16:creationId xmlns:a16="http://schemas.microsoft.com/office/drawing/2014/main" id="{631B0B37-63CB-7184-5451-7161305EE5DD}"/>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6" name="Freeform 36">
              <a:extLst>
                <a:ext uri="{FF2B5EF4-FFF2-40B4-BE49-F238E27FC236}">
                  <a16:creationId xmlns:a16="http://schemas.microsoft.com/office/drawing/2014/main" id="{7CABF032-2DB3-FBD2-FA1D-C42334098181}"/>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7" name="Freeform 37">
              <a:extLst>
                <a:ext uri="{FF2B5EF4-FFF2-40B4-BE49-F238E27FC236}">
                  <a16:creationId xmlns:a16="http://schemas.microsoft.com/office/drawing/2014/main" id="{93CE2008-A2FB-AA6A-EE55-3A2E2A885720}"/>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sp>
        <p:nvSpPr>
          <p:cNvPr id="19" name="TextBox 18">
            <a:extLst>
              <a:ext uri="{FF2B5EF4-FFF2-40B4-BE49-F238E27FC236}">
                <a16:creationId xmlns:a16="http://schemas.microsoft.com/office/drawing/2014/main" id="{3B531529-C0C1-501F-B90B-E578B26E0D98}"/>
              </a:ext>
            </a:extLst>
          </p:cNvPr>
          <p:cNvSpPr txBox="1"/>
          <p:nvPr userDrawn="1"/>
        </p:nvSpPr>
        <p:spPr>
          <a:xfrm>
            <a:off x="5553597"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40C94059-F7F6-293D-88B1-A0CCDDB75575}"/>
              </a:ext>
            </a:extLst>
          </p:cNvPr>
          <p:cNvSpPr txBox="1">
            <a:spLocks/>
          </p:cNvSpPr>
          <p:nvPr userDrawn="1"/>
        </p:nvSpPr>
        <p:spPr>
          <a:xfrm>
            <a:off x="5292671"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98343E1B-0BDB-6D7F-D5F6-35E72B8B2568}"/>
              </a:ext>
            </a:extLst>
          </p:cNvPr>
          <p:cNvSpPr>
            <a:spLocks noGrp="1"/>
          </p:cNvSpPr>
          <p:nvPr>
            <p:ph type="ftr" sz="quarter" idx="3"/>
          </p:nvPr>
        </p:nvSpPr>
        <p:spPr>
          <a:xfrm>
            <a:off x="6378179" y="4858555"/>
            <a:ext cx="2592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cxnSp>
        <p:nvCxnSpPr>
          <p:cNvPr id="2" name="Straight Connector 1">
            <a:extLst>
              <a:ext uri="{FF2B5EF4-FFF2-40B4-BE49-F238E27FC236}">
                <a16:creationId xmlns:a16="http://schemas.microsoft.com/office/drawing/2014/main" id="{6475370D-AE3E-4E75-6FD5-2EE085BAD5A6}"/>
              </a:ext>
            </a:extLst>
          </p:cNvPr>
          <p:cNvCxnSpPr>
            <a:cxnSpLocks/>
          </p:cNvCxnSpPr>
          <p:nvPr userDrawn="1"/>
        </p:nvCxnSpPr>
        <p:spPr>
          <a:xfrm>
            <a:off x="6278509"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48159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4.4 - Cover N White">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74FB718-4590-313D-1532-FE817A22ACB4}"/>
              </a:ext>
            </a:extLst>
          </p:cNvPr>
          <p:cNvSpPr/>
          <p:nvPr/>
        </p:nvSpPr>
        <p:spPr>
          <a:xfrm>
            <a:off x="0" y="0"/>
            <a:ext cx="5144400" cy="5144400"/>
          </a:xfrm>
          <a:custGeom>
            <a:avLst/>
            <a:gdLst>
              <a:gd name="connsiteX0" fmla="*/ 0 w 5144400"/>
              <a:gd name="connsiteY0" fmla="*/ 0 h 5144400"/>
              <a:gd name="connsiteX1" fmla="*/ 5144400 w 5144400"/>
              <a:gd name="connsiteY1" fmla="*/ 0 h 5144400"/>
              <a:gd name="connsiteX2" fmla="*/ 5144400 w 5144400"/>
              <a:gd name="connsiteY2" fmla="*/ 5144400 h 5144400"/>
              <a:gd name="connsiteX3" fmla="*/ 0 w 5144400"/>
              <a:gd name="connsiteY3" fmla="*/ 5144400 h 5144400"/>
            </a:gdLst>
            <a:ahLst/>
            <a:cxnLst>
              <a:cxn ang="0">
                <a:pos x="connsiteX0" y="connsiteY0"/>
              </a:cxn>
              <a:cxn ang="0">
                <a:pos x="connsiteX1" y="connsiteY1"/>
              </a:cxn>
              <a:cxn ang="0">
                <a:pos x="connsiteX2" y="connsiteY2"/>
              </a:cxn>
              <a:cxn ang="0">
                <a:pos x="connsiteX3" y="connsiteY3"/>
              </a:cxn>
            </a:cxnLst>
            <a:rect l="l" t="t" r="r" b="b"/>
            <a:pathLst>
              <a:path w="5144400" h="5144400">
                <a:moveTo>
                  <a:pt x="0" y="0"/>
                </a:moveTo>
                <a:lnTo>
                  <a:pt x="5144400" y="0"/>
                </a:lnTo>
                <a:lnTo>
                  <a:pt x="5144400" y="5144400"/>
                </a:lnTo>
                <a:lnTo>
                  <a:pt x="0" y="5144400"/>
                </a:lnTo>
                <a:close/>
              </a:path>
            </a:pathLst>
          </a:custGeom>
          <a:noFill/>
          <a:ln w="26789"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6585F427-7AA2-BA79-9FAB-3B20B348D66A}"/>
              </a:ext>
            </a:extLst>
          </p:cNvPr>
          <p:cNvSpPr/>
          <p:nvPr/>
        </p:nvSpPr>
        <p:spPr>
          <a:xfrm>
            <a:off x="0" y="0"/>
            <a:ext cx="5144400" cy="5144400"/>
          </a:xfrm>
          <a:custGeom>
            <a:avLst/>
            <a:gdLst>
              <a:gd name="connsiteX0" fmla="*/ 0 w 5144400"/>
              <a:gd name="connsiteY0" fmla="*/ 0 h 5144400"/>
              <a:gd name="connsiteX1" fmla="*/ 0 w 5144400"/>
              <a:gd name="connsiteY1" fmla="*/ 5144400 h 5144400"/>
              <a:gd name="connsiteX2" fmla="*/ 794971 w 5144400"/>
              <a:gd name="connsiteY2" fmla="*/ 5144400 h 5144400"/>
              <a:gd name="connsiteX3" fmla="*/ 794971 w 5144400"/>
              <a:gd name="connsiteY3" fmla="*/ 1741594 h 5144400"/>
              <a:gd name="connsiteX4" fmla="*/ 5144400 w 5144400"/>
              <a:gd name="connsiteY4" fmla="*/ 5144400 h 5144400"/>
              <a:gd name="connsiteX5" fmla="*/ 5144400 w 5144400"/>
              <a:gd name="connsiteY5" fmla="*/ 4142850 h 5144400"/>
              <a:gd name="connsiteX6" fmla="*/ 0 w 5144400"/>
              <a:gd name="connsiteY6" fmla="*/ 0 h 514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44400" h="5144400">
                <a:moveTo>
                  <a:pt x="0" y="0"/>
                </a:moveTo>
                <a:lnTo>
                  <a:pt x="0" y="5144400"/>
                </a:lnTo>
                <a:cubicBezTo>
                  <a:pt x="0" y="5144400"/>
                  <a:pt x="794971" y="5144400"/>
                  <a:pt x="794971" y="5144400"/>
                </a:cubicBezTo>
                <a:lnTo>
                  <a:pt x="794971" y="1741594"/>
                </a:lnTo>
                <a:cubicBezTo>
                  <a:pt x="794971" y="1741594"/>
                  <a:pt x="5144400" y="5144400"/>
                  <a:pt x="5144400" y="5144400"/>
                </a:cubicBezTo>
                <a:lnTo>
                  <a:pt x="5144400" y="4142850"/>
                </a:lnTo>
                <a:lnTo>
                  <a:pt x="0" y="0"/>
                </a:lnTo>
                <a:close/>
              </a:path>
            </a:pathLst>
          </a:custGeom>
          <a:solidFill>
            <a:schemeClr val="accent1"/>
          </a:solidFill>
          <a:ln w="26789" cap="flat">
            <a:noFill/>
            <a:prstDash val="solid"/>
            <a:miter/>
          </a:ln>
        </p:spPr>
        <p:txBody>
          <a:bodyPr rtlCol="0" anchor="ctr"/>
          <a:lstStyle/>
          <a:p>
            <a:endParaRPr lang="en-US"/>
          </a:p>
        </p:txBody>
      </p:sp>
      <p:sp>
        <p:nvSpPr>
          <p:cNvPr id="9" name="Title 4">
            <a:extLst>
              <a:ext uri="{FF2B5EF4-FFF2-40B4-BE49-F238E27FC236}">
                <a16:creationId xmlns:a16="http://schemas.microsoft.com/office/drawing/2014/main" id="{44BBE444-2A25-873F-1D05-3ED543575B73}"/>
              </a:ext>
            </a:extLst>
          </p:cNvPr>
          <p:cNvSpPr>
            <a:spLocks noGrp="1"/>
          </p:cNvSpPr>
          <p:nvPr>
            <p:ph type="title" hasCustomPrompt="1"/>
          </p:nvPr>
        </p:nvSpPr>
        <p:spPr>
          <a:xfrm>
            <a:off x="5292671" y="701061"/>
            <a:ext cx="3433727"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accent1"/>
                </a:solidFill>
                <a:latin typeface="+mj-lt"/>
                <a:ea typeface="+mn-ea"/>
                <a:cs typeface="+mn-cs"/>
              </a:defRPr>
            </a:lvl1pPr>
          </a:lstStyle>
          <a:p>
            <a:r>
              <a:rPr lang="en-GB" dirty="0"/>
              <a:t>Presentation</a:t>
            </a:r>
            <a:br>
              <a:rPr lang="en-GB" dirty="0"/>
            </a:br>
            <a:r>
              <a:rPr lang="en-GB" dirty="0"/>
              <a:t>Title (2 lines)</a:t>
            </a:r>
          </a:p>
        </p:txBody>
      </p:sp>
      <p:sp>
        <p:nvSpPr>
          <p:cNvPr id="10" name="Text Placeholder 3">
            <a:extLst>
              <a:ext uri="{FF2B5EF4-FFF2-40B4-BE49-F238E27FC236}">
                <a16:creationId xmlns:a16="http://schemas.microsoft.com/office/drawing/2014/main" id="{1CE0441B-626C-B0BA-7F19-6E6E187E9F84}"/>
              </a:ext>
            </a:extLst>
          </p:cNvPr>
          <p:cNvSpPr>
            <a:spLocks noGrp="1"/>
          </p:cNvSpPr>
          <p:nvPr>
            <p:ph type="body" sz="quarter" idx="12" hasCustomPrompt="1"/>
          </p:nvPr>
        </p:nvSpPr>
        <p:spPr>
          <a:xfrm>
            <a:off x="5292671" y="2126098"/>
            <a:ext cx="3433727"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accent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grpSp>
        <p:nvGrpSpPr>
          <p:cNvPr id="12" name="Graphic 3">
            <a:extLst>
              <a:ext uri="{FF2B5EF4-FFF2-40B4-BE49-F238E27FC236}">
                <a16:creationId xmlns:a16="http://schemas.microsoft.com/office/drawing/2014/main" id="{BBCFFB55-AEE0-B60F-9245-9C27632712D3}"/>
              </a:ext>
            </a:extLst>
          </p:cNvPr>
          <p:cNvGrpSpPr/>
          <p:nvPr userDrawn="1"/>
        </p:nvGrpSpPr>
        <p:grpSpPr>
          <a:xfrm>
            <a:off x="1237478" y="4482674"/>
            <a:ext cx="1363492" cy="307063"/>
            <a:chOff x="469958" y="1647414"/>
            <a:chExt cx="8205029" cy="1847802"/>
          </a:xfrm>
          <a:solidFill>
            <a:schemeClr val="accent1"/>
          </a:solidFill>
        </p:grpSpPr>
        <p:sp>
          <p:nvSpPr>
            <p:cNvPr id="13" name="Freeform 33">
              <a:extLst>
                <a:ext uri="{FF2B5EF4-FFF2-40B4-BE49-F238E27FC236}">
                  <a16:creationId xmlns:a16="http://schemas.microsoft.com/office/drawing/2014/main" id="{488E8824-AD70-39E9-BE21-40A428AA1642}"/>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14" name="Freeform 34">
              <a:extLst>
                <a:ext uri="{FF2B5EF4-FFF2-40B4-BE49-F238E27FC236}">
                  <a16:creationId xmlns:a16="http://schemas.microsoft.com/office/drawing/2014/main" id="{CAC7C88C-6569-86EB-A912-A81A3D3D3239}"/>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15" name="Freeform 35">
              <a:extLst>
                <a:ext uri="{FF2B5EF4-FFF2-40B4-BE49-F238E27FC236}">
                  <a16:creationId xmlns:a16="http://schemas.microsoft.com/office/drawing/2014/main" id="{631B0B37-63CB-7184-5451-7161305EE5DD}"/>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6" name="Freeform 36">
              <a:extLst>
                <a:ext uri="{FF2B5EF4-FFF2-40B4-BE49-F238E27FC236}">
                  <a16:creationId xmlns:a16="http://schemas.microsoft.com/office/drawing/2014/main" id="{7CABF032-2DB3-FBD2-FA1D-C42334098181}"/>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7" name="Freeform 37">
              <a:extLst>
                <a:ext uri="{FF2B5EF4-FFF2-40B4-BE49-F238E27FC236}">
                  <a16:creationId xmlns:a16="http://schemas.microsoft.com/office/drawing/2014/main" id="{93CE2008-A2FB-AA6A-EE55-3A2E2A885720}"/>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sp>
        <p:nvSpPr>
          <p:cNvPr id="24" name="TextBox 23">
            <a:extLst>
              <a:ext uri="{FF2B5EF4-FFF2-40B4-BE49-F238E27FC236}">
                <a16:creationId xmlns:a16="http://schemas.microsoft.com/office/drawing/2014/main" id="{EE447E57-9E3B-2030-9902-A8BA6E7583E4}"/>
              </a:ext>
            </a:extLst>
          </p:cNvPr>
          <p:cNvSpPr txBox="1"/>
          <p:nvPr userDrawn="1"/>
        </p:nvSpPr>
        <p:spPr>
          <a:xfrm>
            <a:off x="5553597"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5" name="Slide Number Placeholder 5">
            <a:extLst>
              <a:ext uri="{FF2B5EF4-FFF2-40B4-BE49-F238E27FC236}">
                <a16:creationId xmlns:a16="http://schemas.microsoft.com/office/drawing/2014/main" id="{B61C7B4D-5A69-FF1F-0F31-D16D75C7921B}"/>
              </a:ext>
            </a:extLst>
          </p:cNvPr>
          <p:cNvSpPr txBox="1">
            <a:spLocks/>
          </p:cNvSpPr>
          <p:nvPr userDrawn="1"/>
        </p:nvSpPr>
        <p:spPr>
          <a:xfrm>
            <a:off x="5292671"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6" name="Footer Placeholder 2">
            <a:extLst>
              <a:ext uri="{FF2B5EF4-FFF2-40B4-BE49-F238E27FC236}">
                <a16:creationId xmlns:a16="http://schemas.microsoft.com/office/drawing/2014/main" id="{AD544843-BF44-8F0F-4D23-F80C60F60B55}"/>
              </a:ext>
            </a:extLst>
          </p:cNvPr>
          <p:cNvSpPr>
            <a:spLocks noGrp="1"/>
          </p:cNvSpPr>
          <p:nvPr>
            <p:ph type="ftr" sz="quarter" idx="3"/>
          </p:nvPr>
        </p:nvSpPr>
        <p:spPr>
          <a:xfrm>
            <a:off x="6378179" y="4858555"/>
            <a:ext cx="2592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Insert appropriate information classification. Apply document ID (if applicable).</a:t>
            </a:r>
            <a:endParaRPr lang="en-US" dirty="0"/>
          </a:p>
        </p:txBody>
      </p:sp>
      <p:cxnSp>
        <p:nvCxnSpPr>
          <p:cNvPr id="2" name="Straight Connector 1">
            <a:extLst>
              <a:ext uri="{FF2B5EF4-FFF2-40B4-BE49-F238E27FC236}">
                <a16:creationId xmlns:a16="http://schemas.microsoft.com/office/drawing/2014/main" id="{9050AC5B-86A1-B82E-33A3-29360CC407B2}"/>
              </a:ext>
            </a:extLst>
          </p:cNvPr>
          <p:cNvCxnSpPr>
            <a:cxnSpLocks/>
          </p:cNvCxnSpPr>
          <p:nvPr userDrawn="1"/>
        </p:nvCxnSpPr>
        <p:spPr>
          <a:xfrm>
            <a:off x="6278509"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43202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5.1 - Cover O BlueGreen2">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18A7CBB0-A767-7247-8638-81BC366967B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3" name="Graphic 3">
            <a:extLst>
              <a:ext uri="{FF2B5EF4-FFF2-40B4-BE49-F238E27FC236}">
                <a16:creationId xmlns:a16="http://schemas.microsoft.com/office/drawing/2014/main" id="{7BBDEA00-FE7A-639E-C16F-BC5E3DBD8FD3}"/>
              </a:ext>
            </a:extLst>
          </p:cNvPr>
          <p:cNvGrpSpPr/>
          <p:nvPr userDrawn="1"/>
        </p:nvGrpSpPr>
        <p:grpSpPr>
          <a:xfrm>
            <a:off x="6981148" y="2418218"/>
            <a:ext cx="1363492" cy="307063"/>
            <a:chOff x="469958" y="1647414"/>
            <a:chExt cx="8205029" cy="1847802"/>
          </a:xfrm>
          <a:solidFill>
            <a:schemeClr val="bg1"/>
          </a:solidFill>
        </p:grpSpPr>
        <p:sp>
          <p:nvSpPr>
            <p:cNvPr id="4" name="Freeform 24">
              <a:extLst>
                <a:ext uri="{FF2B5EF4-FFF2-40B4-BE49-F238E27FC236}">
                  <a16:creationId xmlns:a16="http://schemas.microsoft.com/office/drawing/2014/main" id="{0B5F76F9-295B-59E5-BDCF-8B6840E5B52F}"/>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5" name="Freeform 25">
              <a:extLst>
                <a:ext uri="{FF2B5EF4-FFF2-40B4-BE49-F238E27FC236}">
                  <a16:creationId xmlns:a16="http://schemas.microsoft.com/office/drawing/2014/main" id="{B473941B-CE77-6414-782E-B5933651166D}"/>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6" name="Freeform 26">
              <a:extLst>
                <a:ext uri="{FF2B5EF4-FFF2-40B4-BE49-F238E27FC236}">
                  <a16:creationId xmlns:a16="http://schemas.microsoft.com/office/drawing/2014/main" id="{03FCE4B1-384C-92A9-F114-45634B67A119}"/>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8" name="Freeform 27">
              <a:extLst>
                <a:ext uri="{FF2B5EF4-FFF2-40B4-BE49-F238E27FC236}">
                  <a16:creationId xmlns:a16="http://schemas.microsoft.com/office/drawing/2014/main" id="{16718376-BEBA-6EC2-B9BA-05AEA7853033}"/>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12" name="Freeform 28">
              <a:extLst>
                <a:ext uri="{FF2B5EF4-FFF2-40B4-BE49-F238E27FC236}">
                  <a16:creationId xmlns:a16="http://schemas.microsoft.com/office/drawing/2014/main" id="{55E96EEC-F984-9065-5EAC-AF9297B31DF8}"/>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pic>
        <p:nvPicPr>
          <p:cNvPr id="13" name="Graphic 12">
            <a:extLst>
              <a:ext uri="{FF2B5EF4-FFF2-40B4-BE49-F238E27FC236}">
                <a16:creationId xmlns:a16="http://schemas.microsoft.com/office/drawing/2014/main" id="{8CEF710E-39E1-082B-B52C-E37B4EEF550E}"/>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r="25034"/>
          <a:stretch/>
        </p:blipFill>
        <p:spPr>
          <a:xfrm>
            <a:off x="5126775" y="-4796"/>
            <a:ext cx="4017225" cy="5144400"/>
          </a:xfrm>
          <a:prstGeom prst="rect">
            <a:avLst/>
          </a:prstGeom>
        </p:spPr>
      </p:pic>
      <p:sp>
        <p:nvSpPr>
          <p:cNvPr id="14" name="Title 4">
            <a:extLst>
              <a:ext uri="{FF2B5EF4-FFF2-40B4-BE49-F238E27FC236}">
                <a16:creationId xmlns:a16="http://schemas.microsoft.com/office/drawing/2014/main" id="{2C6BDD68-E8AC-9D13-ED1D-D43FFC8357C6}"/>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5" name="Text Placeholder 3">
            <a:extLst>
              <a:ext uri="{FF2B5EF4-FFF2-40B4-BE49-F238E27FC236}">
                <a16:creationId xmlns:a16="http://schemas.microsoft.com/office/drawing/2014/main" id="{76BF5CE8-2417-2D5D-75FE-27E0BE07F509}"/>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16" name="TextBox 15">
            <a:extLst>
              <a:ext uri="{FF2B5EF4-FFF2-40B4-BE49-F238E27FC236}">
                <a16:creationId xmlns:a16="http://schemas.microsoft.com/office/drawing/2014/main" id="{CC8B88A2-C8A9-A342-E8B5-C91DF5E71FF2}"/>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7" name="Slide Number Placeholder 5">
            <a:extLst>
              <a:ext uri="{FF2B5EF4-FFF2-40B4-BE49-F238E27FC236}">
                <a16:creationId xmlns:a16="http://schemas.microsoft.com/office/drawing/2014/main" id="{9EC2290D-5934-145E-499C-1CB0349E5FA0}"/>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8" name="Footer Placeholder 2">
            <a:extLst>
              <a:ext uri="{FF2B5EF4-FFF2-40B4-BE49-F238E27FC236}">
                <a16:creationId xmlns:a16="http://schemas.microsoft.com/office/drawing/2014/main" id="{BD471F30-B344-A63E-287D-45299C34768C}"/>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cxnSp>
        <p:nvCxnSpPr>
          <p:cNvPr id="7" name="Straight Connector 6">
            <a:extLst>
              <a:ext uri="{FF2B5EF4-FFF2-40B4-BE49-F238E27FC236}">
                <a16:creationId xmlns:a16="http://schemas.microsoft.com/office/drawing/2014/main" id="{EB099940-048D-39BD-037F-46E30610F728}"/>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69975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5.2 - Cover O BluePink1">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B7370059-157B-625C-8521-D3FCF8A22DA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6" name="Graphic 3">
            <a:extLst>
              <a:ext uri="{FF2B5EF4-FFF2-40B4-BE49-F238E27FC236}">
                <a16:creationId xmlns:a16="http://schemas.microsoft.com/office/drawing/2014/main" id="{7ADBC276-24FC-31B1-198D-D0A0EB5188BB}"/>
              </a:ext>
            </a:extLst>
          </p:cNvPr>
          <p:cNvGrpSpPr/>
          <p:nvPr userDrawn="1"/>
        </p:nvGrpSpPr>
        <p:grpSpPr>
          <a:xfrm>
            <a:off x="6981148" y="2418218"/>
            <a:ext cx="1363492" cy="307063"/>
            <a:chOff x="469958" y="1647414"/>
            <a:chExt cx="8205029" cy="1847802"/>
          </a:xfrm>
          <a:solidFill>
            <a:schemeClr val="bg1"/>
          </a:solidFill>
        </p:grpSpPr>
        <p:sp>
          <p:nvSpPr>
            <p:cNvPr id="7" name="Freeform 24">
              <a:extLst>
                <a:ext uri="{FF2B5EF4-FFF2-40B4-BE49-F238E27FC236}">
                  <a16:creationId xmlns:a16="http://schemas.microsoft.com/office/drawing/2014/main" id="{CDDE8834-7F71-A488-29A8-540395324479}"/>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8" name="Freeform 25">
              <a:extLst>
                <a:ext uri="{FF2B5EF4-FFF2-40B4-BE49-F238E27FC236}">
                  <a16:creationId xmlns:a16="http://schemas.microsoft.com/office/drawing/2014/main" id="{FEFA04F6-2C3F-3E38-9E08-D6990D946A84}"/>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9" name="Freeform 26">
              <a:extLst>
                <a:ext uri="{FF2B5EF4-FFF2-40B4-BE49-F238E27FC236}">
                  <a16:creationId xmlns:a16="http://schemas.microsoft.com/office/drawing/2014/main" id="{54253727-9053-862A-19CB-32DD1616812D}"/>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12" name="Freeform 27">
              <a:extLst>
                <a:ext uri="{FF2B5EF4-FFF2-40B4-BE49-F238E27FC236}">
                  <a16:creationId xmlns:a16="http://schemas.microsoft.com/office/drawing/2014/main" id="{6E5204B2-3785-90DB-45F2-F73CC4975954}"/>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13" name="Freeform 28">
              <a:extLst>
                <a:ext uri="{FF2B5EF4-FFF2-40B4-BE49-F238E27FC236}">
                  <a16:creationId xmlns:a16="http://schemas.microsoft.com/office/drawing/2014/main" id="{95BC05DD-4D63-F05A-843F-EE491020FFD8}"/>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pic>
        <p:nvPicPr>
          <p:cNvPr id="14" name="Graphic 13">
            <a:extLst>
              <a:ext uri="{FF2B5EF4-FFF2-40B4-BE49-F238E27FC236}">
                <a16:creationId xmlns:a16="http://schemas.microsoft.com/office/drawing/2014/main" id="{F41E3DBD-A4E2-6EF5-8073-EED87395D745}"/>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r="25034"/>
          <a:stretch/>
        </p:blipFill>
        <p:spPr>
          <a:xfrm>
            <a:off x="5126775" y="-4796"/>
            <a:ext cx="4017225" cy="5144400"/>
          </a:xfrm>
          <a:prstGeom prst="rect">
            <a:avLst/>
          </a:prstGeom>
        </p:spPr>
      </p:pic>
      <p:sp>
        <p:nvSpPr>
          <p:cNvPr id="15" name="Title 4">
            <a:extLst>
              <a:ext uri="{FF2B5EF4-FFF2-40B4-BE49-F238E27FC236}">
                <a16:creationId xmlns:a16="http://schemas.microsoft.com/office/drawing/2014/main" id="{60E8CE17-B2D0-B92F-1A9F-C72280B6E9A3}"/>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6" name="Text Placeholder 3">
            <a:extLst>
              <a:ext uri="{FF2B5EF4-FFF2-40B4-BE49-F238E27FC236}">
                <a16:creationId xmlns:a16="http://schemas.microsoft.com/office/drawing/2014/main" id="{6BEF90E0-A2AA-9B05-58FB-3D4109E95C42}"/>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20" name="TextBox 19">
            <a:extLst>
              <a:ext uri="{FF2B5EF4-FFF2-40B4-BE49-F238E27FC236}">
                <a16:creationId xmlns:a16="http://schemas.microsoft.com/office/drawing/2014/main" id="{3B132D8A-9E85-B335-C2FD-9D2508FEAFCE}"/>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5D1F556C-703D-0EB9-35BD-0A7DE6122BF2}"/>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F61D5928-67F7-A4E5-2767-E072B8F67A23}"/>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cxnSp>
        <p:nvCxnSpPr>
          <p:cNvPr id="2" name="Straight Connector 1">
            <a:extLst>
              <a:ext uri="{FF2B5EF4-FFF2-40B4-BE49-F238E27FC236}">
                <a16:creationId xmlns:a16="http://schemas.microsoft.com/office/drawing/2014/main" id="{C1D95AEB-E4CB-54E5-47AE-1837A3D69E96}"/>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33113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5.3 - Cover O BlueGreen3">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7A20ED13-DCC3-ED6C-4FB2-2B64E7F0411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7" name="Graphic 3">
            <a:extLst>
              <a:ext uri="{FF2B5EF4-FFF2-40B4-BE49-F238E27FC236}">
                <a16:creationId xmlns:a16="http://schemas.microsoft.com/office/drawing/2014/main" id="{7D655505-6963-6602-F9EA-4C3B3BA5DCB7}"/>
              </a:ext>
            </a:extLst>
          </p:cNvPr>
          <p:cNvGrpSpPr/>
          <p:nvPr userDrawn="1"/>
        </p:nvGrpSpPr>
        <p:grpSpPr>
          <a:xfrm>
            <a:off x="6981148" y="2418218"/>
            <a:ext cx="1363492" cy="307063"/>
            <a:chOff x="469958" y="1647414"/>
            <a:chExt cx="8205029" cy="1847802"/>
          </a:xfrm>
          <a:solidFill>
            <a:schemeClr val="bg1"/>
          </a:solidFill>
        </p:grpSpPr>
        <p:sp>
          <p:nvSpPr>
            <p:cNvPr id="8" name="Freeform 24">
              <a:extLst>
                <a:ext uri="{FF2B5EF4-FFF2-40B4-BE49-F238E27FC236}">
                  <a16:creationId xmlns:a16="http://schemas.microsoft.com/office/drawing/2014/main" id="{7D3C8143-8E12-BEA4-801E-C540B573C9A5}"/>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12" name="Freeform 25">
              <a:extLst>
                <a:ext uri="{FF2B5EF4-FFF2-40B4-BE49-F238E27FC236}">
                  <a16:creationId xmlns:a16="http://schemas.microsoft.com/office/drawing/2014/main" id="{08DD0EEC-3388-7E9D-C475-8C7C6448AEF5}"/>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13" name="Freeform 26">
              <a:extLst>
                <a:ext uri="{FF2B5EF4-FFF2-40B4-BE49-F238E27FC236}">
                  <a16:creationId xmlns:a16="http://schemas.microsoft.com/office/drawing/2014/main" id="{46AF7602-77C1-4DB0-5B0C-443AE4CE7F67}"/>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14" name="Freeform 27">
              <a:extLst>
                <a:ext uri="{FF2B5EF4-FFF2-40B4-BE49-F238E27FC236}">
                  <a16:creationId xmlns:a16="http://schemas.microsoft.com/office/drawing/2014/main" id="{CE410BEC-795B-5241-F0C2-EA9498D9FABB}"/>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15" name="Freeform 28">
              <a:extLst>
                <a:ext uri="{FF2B5EF4-FFF2-40B4-BE49-F238E27FC236}">
                  <a16:creationId xmlns:a16="http://schemas.microsoft.com/office/drawing/2014/main" id="{A382B77D-424C-AD2C-03A1-02E188F12FF3}"/>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pic>
        <p:nvPicPr>
          <p:cNvPr id="16" name="Graphic 15">
            <a:extLst>
              <a:ext uri="{FF2B5EF4-FFF2-40B4-BE49-F238E27FC236}">
                <a16:creationId xmlns:a16="http://schemas.microsoft.com/office/drawing/2014/main" id="{B9438AB4-120A-6B68-C6A3-6BD51CF52D24}"/>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r="25034"/>
          <a:stretch/>
        </p:blipFill>
        <p:spPr>
          <a:xfrm>
            <a:off x="5126775" y="-4796"/>
            <a:ext cx="4017225" cy="5144400"/>
          </a:xfrm>
          <a:prstGeom prst="rect">
            <a:avLst/>
          </a:prstGeom>
        </p:spPr>
      </p:pic>
      <p:sp>
        <p:nvSpPr>
          <p:cNvPr id="17" name="Title 4">
            <a:extLst>
              <a:ext uri="{FF2B5EF4-FFF2-40B4-BE49-F238E27FC236}">
                <a16:creationId xmlns:a16="http://schemas.microsoft.com/office/drawing/2014/main" id="{184C4A7B-1AC5-72AD-EB05-210AB3D4C140}"/>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8" name="Text Placeholder 3">
            <a:extLst>
              <a:ext uri="{FF2B5EF4-FFF2-40B4-BE49-F238E27FC236}">
                <a16:creationId xmlns:a16="http://schemas.microsoft.com/office/drawing/2014/main" id="{A5F506F4-DF34-76FB-83D6-A513173F8EFA}"/>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sp>
        <p:nvSpPr>
          <p:cNvPr id="20" name="TextBox 19">
            <a:extLst>
              <a:ext uri="{FF2B5EF4-FFF2-40B4-BE49-F238E27FC236}">
                <a16:creationId xmlns:a16="http://schemas.microsoft.com/office/drawing/2014/main" id="{720759C7-94BC-8FC1-9A43-A40A4BE7AC1D}"/>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83D4680A-11B6-A841-EC68-FFF11409500E}"/>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AE485A1C-8A6A-5C51-5E3F-5685AAA904F0}"/>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cxnSp>
        <p:nvCxnSpPr>
          <p:cNvPr id="2" name="Straight Connector 1">
            <a:extLst>
              <a:ext uri="{FF2B5EF4-FFF2-40B4-BE49-F238E27FC236}">
                <a16:creationId xmlns:a16="http://schemas.microsoft.com/office/drawing/2014/main" id="{3916A922-B54C-8517-DD07-9374D7BDEB15}"/>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903471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5.4 - Cover O White">
    <p:spTree>
      <p:nvGrpSpPr>
        <p:cNvPr id="1" name=""/>
        <p:cNvGrpSpPr/>
        <p:nvPr/>
      </p:nvGrpSpPr>
      <p:grpSpPr>
        <a:xfrm>
          <a:off x="0" y="0"/>
          <a:ext cx="0" cy="0"/>
          <a:chOff x="0" y="0"/>
          <a:chExt cx="0" cy="0"/>
        </a:xfrm>
      </p:grpSpPr>
      <p:sp>
        <p:nvSpPr>
          <p:cNvPr id="17" name="Title 4">
            <a:extLst>
              <a:ext uri="{FF2B5EF4-FFF2-40B4-BE49-F238E27FC236}">
                <a16:creationId xmlns:a16="http://schemas.microsoft.com/office/drawing/2014/main" id="{EB5A7CA1-8E09-1FEE-5143-08105708AE59}"/>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accent1"/>
                </a:solidFill>
                <a:latin typeface="+mj-lt"/>
                <a:ea typeface="+mn-ea"/>
                <a:cs typeface="+mn-cs"/>
              </a:defRPr>
            </a:lvl1pPr>
          </a:lstStyle>
          <a:p>
            <a:r>
              <a:rPr lang="en-GB" dirty="0"/>
              <a:t>Presentation</a:t>
            </a:r>
            <a:br>
              <a:rPr lang="en-GB" dirty="0"/>
            </a:br>
            <a:r>
              <a:rPr lang="en-GB" dirty="0"/>
              <a:t>Title (2 lines)</a:t>
            </a:r>
          </a:p>
        </p:txBody>
      </p:sp>
      <p:sp>
        <p:nvSpPr>
          <p:cNvPr id="18" name="Text Placeholder 3">
            <a:extLst>
              <a:ext uri="{FF2B5EF4-FFF2-40B4-BE49-F238E27FC236}">
                <a16:creationId xmlns:a16="http://schemas.microsoft.com/office/drawing/2014/main" id="{AF6FE26B-E8FF-4ACF-48A7-542E2FB4B861}"/>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accent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grpSp>
        <p:nvGrpSpPr>
          <p:cNvPr id="7" name="Graphic 3">
            <a:extLst>
              <a:ext uri="{FF2B5EF4-FFF2-40B4-BE49-F238E27FC236}">
                <a16:creationId xmlns:a16="http://schemas.microsoft.com/office/drawing/2014/main" id="{57ADD6F0-8A1D-2465-892B-42BFF999186F}"/>
              </a:ext>
            </a:extLst>
          </p:cNvPr>
          <p:cNvGrpSpPr/>
          <p:nvPr userDrawn="1"/>
        </p:nvGrpSpPr>
        <p:grpSpPr>
          <a:xfrm>
            <a:off x="7055828" y="2418218"/>
            <a:ext cx="1363492" cy="307063"/>
            <a:chOff x="469958" y="1647414"/>
            <a:chExt cx="8205029" cy="1847802"/>
          </a:xfrm>
          <a:solidFill>
            <a:schemeClr val="accent1"/>
          </a:solidFill>
        </p:grpSpPr>
        <p:sp>
          <p:nvSpPr>
            <p:cNvPr id="8" name="Freeform 25">
              <a:extLst>
                <a:ext uri="{FF2B5EF4-FFF2-40B4-BE49-F238E27FC236}">
                  <a16:creationId xmlns:a16="http://schemas.microsoft.com/office/drawing/2014/main" id="{6AF9626B-4B6B-456F-A237-FCACC9E9F30C}"/>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9" name="Freeform 31">
              <a:extLst>
                <a:ext uri="{FF2B5EF4-FFF2-40B4-BE49-F238E27FC236}">
                  <a16:creationId xmlns:a16="http://schemas.microsoft.com/office/drawing/2014/main" id="{B6CEEA85-DD26-876A-A848-DA5F4C628A1F}"/>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10" name="Freeform 32">
              <a:extLst>
                <a:ext uri="{FF2B5EF4-FFF2-40B4-BE49-F238E27FC236}">
                  <a16:creationId xmlns:a16="http://schemas.microsoft.com/office/drawing/2014/main" id="{08925FD2-D79C-256F-326A-4097D8380192}"/>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1" name="Freeform 33">
              <a:extLst>
                <a:ext uri="{FF2B5EF4-FFF2-40B4-BE49-F238E27FC236}">
                  <a16:creationId xmlns:a16="http://schemas.microsoft.com/office/drawing/2014/main" id="{AB3AAD83-D7CB-81CB-67DB-D1DD2E032AA7}"/>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2" name="Freeform 34">
              <a:extLst>
                <a:ext uri="{FF2B5EF4-FFF2-40B4-BE49-F238E27FC236}">
                  <a16:creationId xmlns:a16="http://schemas.microsoft.com/office/drawing/2014/main" id="{3A1A359F-B85E-95ED-4488-9B71BC1306AF}"/>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pic>
        <p:nvPicPr>
          <p:cNvPr id="20" name="Picture 19" descr="Circle&#10;&#10;Description automatically generated with medium confidence">
            <a:extLst>
              <a:ext uri="{FF2B5EF4-FFF2-40B4-BE49-F238E27FC236}">
                <a16:creationId xmlns:a16="http://schemas.microsoft.com/office/drawing/2014/main" id="{87D5AF06-6AF8-9002-BEDC-176CB57496A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25084"/>
          <a:stretch/>
        </p:blipFill>
        <p:spPr>
          <a:xfrm>
            <a:off x="5126775" y="-4796"/>
            <a:ext cx="4017225" cy="5143500"/>
          </a:xfrm>
          <a:prstGeom prst="rect">
            <a:avLst/>
          </a:prstGeom>
        </p:spPr>
      </p:pic>
      <p:sp>
        <p:nvSpPr>
          <p:cNvPr id="16" name="TextBox 15">
            <a:extLst>
              <a:ext uri="{FF2B5EF4-FFF2-40B4-BE49-F238E27FC236}">
                <a16:creationId xmlns:a16="http://schemas.microsoft.com/office/drawing/2014/main" id="{8D94EDB0-D38F-0FE8-27C1-80BAE2455A11}"/>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9" name="Slide Number Placeholder 5">
            <a:extLst>
              <a:ext uri="{FF2B5EF4-FFF2-40B4-BE49-F238E27FC236}">
                <a16:creationId xmlns:a16="http://schemas.microsoft.com/office/drawing/2014/main" id="{EFAF1A61-3518-0ABC-1BC0-5990D5EF88DE}"/>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496FB4B1-7F2F-CF04-74B8-D3A7467B0EDC}"/>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Insert appropriate information classification. Apply document ID (if applicable).</a:t>
            </a:r>
            <a:endParaRPr lang="en-US" dirty="0"/>
          </a:p>
        </p:txBody>
      </p:sp>
      <p:cxnSp>
        <p:nvCxnSpPr>
          <p:cNvPr id="2" name="Straight Connector 1">
            <a:extLst>
              <a:ext uri="{FF2B5EF4-FFF2-40B4-BE49-F238E27FC236}">
                <a16:creationId xmlns:a16="http://schemas.microsoft.com/office/drawing/2014/main" id="{49A58DAC-3B40-1B09-B235-713F491BEE3E}"/>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616006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1 - Cover K Orange1">
    <p:spTree>
      <p:nvGrpSpPr>
        <p:cNvPr id="1" name=""/>
        <p:cNvGrpSpPr/>
        <p:nvPr/>
      </p:nvGrpSpPr>
      <p:grpSpPr>
        <a:xfrm>
          <a:off x="0" y="0"/>
          <a:ext cx="0" cy="0"/>
          <a:chOff x="0" y="0"/>
          <a:chExt cx="0" cy="0"/>
        </a:xfrm>
      </p:grpSpPr>
      <p:pic>
        <p:nvPicPr>
          <p:cNvPr id="16" name="Picture 15" descr="Background pattern&#10;&#10;Description automatically generated">
            <a:extLst>
              <a:ext uri="{FF2B5EF4-FFF2-40B4-BE49-F238E27FC236}">
                <a16:creationId xmlns:a16="http://schemas.microsoft.com/office/drawing/2014/main" id="{38FCEB48-BE41-308F-33AB-94163C02BF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pic>
        <p:nvPicPr>
          <p:cNvPr id="10" name="Graphic 9">
            <a:extLst>
              <a:ext uri="{FF2B5EF4-FFF2-40B4-BE49-F238E27FC236}">
                <a16:creationId xmlns:a16="http://schemas.microsoft.com/office/drawing/2014/main" id="{193793F7-1073-3781-E44D-DD541B786672}"/>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967656" y="0"/>
            <a:ext cx="4176344" cy="5144400"/>
          </a:xfrm>
          <a:prstGeom prst="rect">
            <a:avLst/>
          </a:prstGeom>
        </p:spPr>
      </p:pic>
      <p:sp>
        <p:nvSpPr>
          <p:cNvPr id="17" name="Title 4">
            <a:extLst>
              <a:ext uri="{FF2B5EF4-FFF2-40B4-BE49-F238E27FC236}">
                <a16:creationId xmlns:a16="http://schemas.microsoft.com/office/drawing/2014/main" id="{4A761E77-5CBD-451F-FA38-EA3EF19CE9E8}"/>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18" name="Text Placeholder 3">
            <a:extLst>
              <a:ext uri="{FF2B5EF4-FFF2-40B4-BE49-F238E27FC236}">
                <a16:creationId xmlns:a16="http://schemas.microsoft.com/office/drawing/2014/main" id="{1349CF4D-C3F5-69B9-4227-EC331C16F094}"/>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grpSp>
        <p:nvGrpSpPr>
          <p:cNvPr id="6" name="Graphic 3">
            <a:extLst>
              <a:ext uri="{FF2B5EF4-FFF2-40B4-BE49-F238E27FC236}">
                <a16:creationId xmlns:a16="http://schemas.microsoft.com/office/drawing/2014/main" id="{5A3F8AE7-69F1-0171-3222-4CFFCDB4F568}"/>
              </a:ext>
            </a:extLst>
          </p:cNvPr>
          <p:cNvGrpSpPr/>
          <p:nvPr userDrawn="1"/>
        </p:nvGrpSpPr>
        <p:grpSpPr>
          <a:xfrm>
            <a:off x="7055828" y="2418218"/>
            <a:ext cx="1363492" cy="307063"/>
            <a:chOff x="469958" y="1647414"/>
            <a:chExt cx="8205029" cy="1847802"/>
          </a:xfrm>
          <a:solidFill>
            <a:schemeClr val="bg1"/>
          </a:solidFill>
        </p:grpSpPr>
        <p:sp>
          <p:nvSpPr>
            <p:cNvPr id="7" name="Freeform 25">
              <a:extLst>
                <a:ext uri="{FF2B5EF4-FFF2-40B4-BE49-F238E27FC236}">
                  <a16:creationId xmlns:a16="http://schemas.microsoft.com/office/drawing/2014/main" id="{0DE2A214-8055-F089-C6C4-415D2FEE4242}"/>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8" name="Freeform 31">
              <a:extLst>
                <a:ext uri="{FF2B5EF4-FFF2-40B4-BE49-F238E27FC236}">
                  <a16:creationId xmlns:a16="http://schemas.microsoft.com/office/drawing/2014/main" id="{E7E7B380-ABE2-70DF-A29A-E3B4A181FA12}"/>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9" name="Freeform 32">
              <a:extLst>
                <a:ext uri="{FF2B5EF4-FFF2-40B4-BE49-F238E27FC236}">
                  <a16:creationId xmlns:a16="http://schemas.microsoft.com/office/drawing/2014/main" id="{ED784E94-97A9-B627-1E07-7CAEF44EE8AF}"/>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1" name="Freeform 33">
              <a:extLst>
                <a:ext uri="{FF2B5EF4-FFF2-40B4-BE49-F238E27FC236}">
                  <a16:creationId xmlns:a16="http://schemas.microsoft.com/office/drawing/2014/main" id="{31E44308-7765-3146-1869-04D3DA412357}"/>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2" name="Freeform 34">
              <a:extLst>
                <a:ext uri="{FF2B5EF4-FFF2-40B4-BE49-F238E27FC236}">
                  <a16:creationId xmlns:a16="http://schemas.microsoft.com/office/drawing/2014/main" id="{5E9E56FD-C856-3054-AB6B-A80BA7D6C550}"/>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sp>
        <p:nvSpPr>
          <p:cNvPr id="20" name="TextBox 19">
            <a:extLst>
              <a:ext uri="{FF2B5EF4-FFF2-40B4-BE49-F238E27FC236}">
                <a16:creationId xmlns:a16="http://schemas.microsoft.com/office/drawing/2014/main" id="{801FC38E-29E5-B44A-FE96-F713B08050E2}"/>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1" name="Slide Number Placeholder 5">
            <a:extLst>
              <a:ext uri="{FF2B5EF4-FFF2-40B4-BE49-F238E27FC236}">
                <a16:creationId xmlns:a16="http://schemas.microsoft.com/office/drawing/2014/main" id="{7AAAD9DC-C952-84F6-32BA-CE8084E916D9}"/>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2" name="Footer Placeholder 2">
            <a:extLst>
              <a:ext uri="{FF2B5EF4-FFF2-40B4-BE49-F238E27FC236}">
                <a16:creationId xmlns:a16="http://schemas.microsoft.com/office/drawing/2014/main" id="{B603A7C0-7450-F57A-CF86-135B131E63C3}"/>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cxnSp>
        <p:nvCxnSpPr>
          <p:cNvPr id="2" name="Straight Connector 1">
            <a:extLst>
              <a:ext uri="{FF2B5EF4-FFF2-40B4-BE49-F238E27FC236}">
                <a16:creationId xmlns:a16="http://schemas.microsoft.com/office/drawing/2014/main" id="{7F01BA8E-8CEA-9FFE-48EB-DEA5A89BB561}"/>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55816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6.2 - Cover K BlueGreen4">
    <p:spTree>
      <p:nvGrpSpPr>
        <p:cNvPr id="1" name=""/>
        <p:cNvGrpSpPr/>
        <p:nvPr/>
      </p:nvGrpSpPr>
      <p:grpSpPr>
        <a:xfrm>
          <a:off x="0" y="0"/>
          <a:ext cx="0" cy="0"/>
          <a:chOff x="0" y="0"/>
          <a:chExt cx="0" cy="0"/>
        </a:xfrm>
      </p:grpSpPr>
      <p:pic>
        <p:nvPicPr>
          <p:cNvPr id="26" name="Picture 25" descr="Background pattern&#10;&#10;Description automatically generated">
            <a:extLst>
              <a:ext uri="{FF2B5EF4-FFF2-40B4-BE49-F238E27FC236}">
                <a16:creationId xmlns:a16="http://schemas.microsoft.com/office/drawing/2014/main" id="{8FF1A58D-53A4-65F6-8F2B-645D65C533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pic>
        <p:nvPicPr>
          <p:cNvPr id="4" name="Graphic 3">
            <a:extLst>
              <a:ext uri="{FF2B5EF4-FFF2-40B4-BE49-F238E27FC236}">
                <a16:creationId xmlns:a16="http://schemas.microsoft.com/office/drawing/2014/main" id="{5166BBE5-C86E-3E87-A7C5-F29BE64D716D}"/>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967656" y="0"/>
            <a:ext cx="4176344" cy="5144400"/>
          </a:xfrm>
          <a:prstGeom prst="rect">
            <a:avLst/>
          </a:prstGeom>
        </p:spPr>
      </p:pic>
      <p:sp>
        <p:nvSpPr>
          <p:cNvPr id="23" name="Title 4">
            <a:extLst>
              <a:ext uri="{FF2B5EF4-FFF2-40B4-BE49-F238E27FC236}">
                <a16:creationId xmlns:a16="http://schemas.microsoft.com/office/drawing/2014/main" id="{5C4391E8-E519-220E-82C7-E7E85659A4E4}"/>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24" name="Text Placeholder 3">
            <a:extLst>
              <a:ext uri="{FF2B5EF4-FFF2-40B4-BE49-F238E27FC236}">
                <a16:creationId xmlns:a16="http://schemas.microsoft.com/office/drawing/2014/main" id="{F3E219A7-8ADF-6CBF-872C-AEF07B645E6D}"/>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grpSp>
        <p:nvGrpSpPr>
          <p:cNvPr id="7" name="Graphic 3">
            <a:extLst>
              <a:ext uri="{FF2B5EF4-FFF2-40B4-BE49-F238E27FC236}">
                <a16:creationId xmlns:a16="http://schemas.microsoft.com/office/drawing/2014/main" id="{47BEB086-B161-40ED-B2E3-DDF397278FA8}"/>
              </a:ext>
            </a:extLst>
          </p:cNvPr>
          <p:cNvGrpSpPr/>
          <p:nvPr userDrawn="1"/>
        </p:nvGrpSpPr>
        <p:grpSpPr>
          <a:xfrm>
            <a:off x="7055828" y="2418218"/>
            <a:ext cx="1363492" cy="307063"/>
            <a:chOff x="469958" y="1647414"/>
            <a:chExt cx="8205029" cy="1847802"/>
          </a:xfrm>
          <a:solidFill>
            <a:schemeClr val="bg1"/>
          </a:solidFill>
        </p:grpSpPr>
        <p:sp>
          <p:nvSpPr>
            <p:cNvPr id="8" name="Freeform 25">
              <a:extLst>
                <a:ext uri="{FF2B5EF4-FFF2-40B4-BE49-F238E27FC236}">
                  <a16:creationId xmlns:a16="http://schemas.microsoft.com/office/drawing/2014/main" id="{635D1FEE-8FAA-6AFD-E821-344C363F2C2B}"/>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9" name="Freeform 31">
              <a:extLst>
                <a:ext uri="{FF2B5EF4-FFF2-40B4-BE49-F238E27FC236}">
                  <a16:creationId xmlns:a16="http://schemas.microsoft.com/office/drawing/2014/main" id="{936726D0-2423-B7DC-41C5-A3E0D3C92756}"/>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10" name="Freeform 32">
              <a:extLst>
                <a:ext uri="{FF2B5EF4-FFF2-40B4-BE49-F238E27FC236}">
                  <a16:creationId xmlns:a16="http://schemas.microsoft.com/office/drawing/2014/main" id="{17257835-1368-81AC-1BB9-5374BD6AEA77}"/>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1" name="Freeform 33">
              <a:extLst>
                <a:ext uri="{FF2B5EF4-FFF2-40B4-BE49-F238E27FC236}">
                  <a16:creationId xmlns:a16="http://schemas.microsoft.com/office/drawing/2014/main" id="{28AB2999-1929-69AE-F4B8-38F9B81ECF7A}"/>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2" name="Freeform 34">
              <a:extLst>
                <a:ext uri="{FF2B5EF4-FFF2-40B4-BE49-F238E27FC236}">
                  <a16:creationId xmlns:a16="http://schemas.microsoft.com/office/drawing/2014/main" id="{AC62732A-D69F-1BDC-8778-1D5E71576F10}"/>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sp>
        <p:nvSpPr>
          <p:cNvPr id="17" name="TextBox 16">
            <a:extLst>
              <a:ext uri="{FF2B5EF4-FFF2-40B4-BE49-F238E27FC236}">
                <a16:creationId xmlns:a16="http://schemas.microsoft.com/office/drawing/2014/main" id="{D9CCAE72-315B-6DC4-6ED3-6C32104BB037}"/>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8" name="Slide Number Placeholder 5">
            <a:extLst>
              <a:ext uri="{FF2B5EF4-FFF2-40B4-BE49-F238E27FC236}">
                <a16:creationId xmlns:a16="http://schemas.microsoft.com/office/drawing/2014/main" id="{9F6B1C01-19BD-7D67-4E40-88818E2139B8}"/>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9" name="Footer Placeholder 2">
            <a:extLst>
              <a:ext uri="{FF2B5EF4-FFF2-40B4-BE49-F238E27FC236}">
                <a16:creationId xmlns:a16="http://schemas.microsoft.com/office/drawing/2014/main" id="{7C973916-701B-92E4-FA4C-28A5746F5C00}"/>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cxnSp>
        <p:nvCxnSpPr>
          <p:cNvPr id="2" name="Straight Connector 1">
            <a:extLst>
              <a:ext uri="{FF2B5EF4-FFF2-40B4-BE49-F238E27FC236}">
                <a16:creationId xmlns:a16="http://schemas.microsoft.com/office/drawing/2014/main" id="{723F4759-EB92-F4D5-2BB3-75D64C3DFEDB}"/>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94542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6.3 - Cover K Pink1">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DBC0B63B-5EB2-C517-FFAF-0A5B2B5AB93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pic>
        <p:nvPicPr>
          <p:cNvPr id="2" name="Graphic 1">
            <a:extLst>
              <a:ext uri="{FF2B5EF4-FFF2-40B4-BE49-F238E27FC236}">
                <a16:creationId xmlns:a16="http://schemas.microsoft.com/office/drawing/2014/main" id="{D2D54FC7-5739-CC9E-8372-80A8BD5BD489}"/>
              </a:ext>
            </a:extLst>
          </p:cNvPr>
          <p:cNvPicPr>
            <a:picLocks noChangeAspect="1"/>
          </p:cNvPicPr>
          <p:nvPr userDrawn="1"/>
        </p:nvPicPr>
        <p:blipFill rotWithShape="1">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967656" y="0"/>
            <a:ext cx="4176344" cy="5144400"/>
          </a:xfrm>
          <a:prstGeom prst="rect">
            <a:avLst/>
          </a:prstGeom>
        </p:spPr>
      </p:pic>
      <p:sp>
        <p:nvSpPr>
          <p:cNvPr id="23" name="Title 4">
            <a:extLst>
              <a:ext uri="{FF2B5EF4-FFF2-40B4-BE49-F238E27FC236}">
                <a16:creationId xmlns:a16="http://schemas.microsoft.com/office/drawing/2014/main" id="{FADBBE10-EF5A-37AA-E18F-F9B27AA61FED}"/>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bg1"/>
                </a:solidFill>
                <a:latin typeface="+mj-lt"/>
                <a:ea typeface="+mn-ea"/>
                <a:cs typeface="+mn-cs"/>
              </a:defRPr>
            </a:lvl1pPr>
          </a:lstStyle>
          <a:p>
            <a:r>
              <a:rPr lang="en-GB" dirty="0"/>
              <a:t>Presentation</a:t>
            </a:r>
            <a:br>
              <a:rPr lang="en-GB" dirty="0"/>
            </a:br>
            <a:r>
              <a:rPr lang="en-GB" dirty="0"/>
              <a:t>Title (2 lines)</a:t>
            </a:r>
          </a:p>
        </p:txBody>
      </p:sp>
      <p:sp>
        <p:nvSpPr>
          <p:cNvPr id="24" name="Text Placeholder 3">
            <a:extLst>
              <a:ext uri="{FF2B5EF4-FFF2-40B4-BE49-F238E27FC236}">
                <a16:creationId xmlns:a16="http://schemas.microsoft.com/office/drawing/2014/main" id="{0DF69E35-608B-F57E-3615-F9FB9D11DD83}"/>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bg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grpSp>
        <p:nvGrpSpPr>
          <p:cNvPr id="8" name="Graphic 3">
            <a:extLst>
              <a:ext uri="{FF2B5EF4-FFF2-40B4-BE49-F238E27FC236}">
                <a16:creationId xmlns:a16="http://schemas.microsoft.com/office/drawing/2014/main" id="{02491239-1144-EB94-E007-F05D770D71DA}"/>
              </a:ext>
            </a:extLst>
          </p:cNvPr>
          <p:cNvGrpSpPr/>
          <p:nvPr userDrawn="1"/>
        </p:nvGrpSpPr>
        <p:grpSpPr>
          <a:xfrm>
            <a:off x="7055828" y="2418218"/>
            <a:ext cx="1363492" cy="307063"/>
            <a:chOff x="469958" y="1647414"/>
            <a:chExt cx="8205029" cy="1847802"/>
          </a:xfrm>
          <a:solidFill>
            <a:schemeClr val="bg1"/>
          </a:solidFill>
        </p:grpSpPr>
        <p:sp>
          <p:nvSpPr>
            <p:cNvPr id="9" name="Freeform 25">
              <a:extLst>
                <a:ext uri="{FF2B5EF4-FFF2-40B4-BE49-F238E27FC236}">
                  <a16:creationId xmlns:a16="http://schemas.microsoft.com/office/drawing/2014/main" id="{2FDE4536-B74E-FB0B-5701-EE95568054DA}"/>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10" name="Freeform 31">
              <a:extLst>
                <a:ext uri="{FF2B5EF4-FFF2-40B4-BE49-F238E27FC236}">
                  <a16:creationId xmlns:a16="http://schemas.microsoft.com/office/drawing/2014/main" id="{DC504B4C-4BF0-DF13-D647-0C718DF4AD96}"/>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11" name="Freeform 32">
              <a:extLst>
                <a:ext uri="{FF2B5EF4-FFF2-40B4-BE49-F238E27FC236}">
                  <a16:creationId xmlns:a16="http://schemas.microsoft.com/office/drawing/2014/main" id="{F3BB0087-C253-F0E4-3F52-1A53B4AFA975}"/>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2" name="Freeform 33">
              <a:extLst>
                <a:ext uri="{FF2B5EF4-FFF2-40B4-BE49-F238E27FC236}">
                  <a16:creationId xmlns:a16="http://schemas.microsoft.com/office/drawing/2014/main" id="{3025D71C-0D10-5220-5980-B17FC0681517}"/>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3" name="Freeform 34">
              <a:extLst>
                <a:ext uri="{FF2B5EF4-FFF2-40B4-BE49-F238E27FC236}">
                  <a16:creationId xmlns:a16="http://schemas.microsoft.com/office/drawing/2014/main" id="{64514CD7-9102-9552-6763-AB0337AAA7ED}"/>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sp>
        <p:nvSpPr>
          <p:cNvPr id="18" name="TextBox 17">
            <a:extLst>
              <a:ext uri="{FF2B5EF4-FFF2-40B4-BE49-F238E27FC236}">
                <a16:creationId xmlns:a16="http://schemas.microsoft.com/office/drawing/2014/main" id="{5AE80B1C-FD35-F288-8BFD-2F827D4C51AD}"/>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9" name="Slide Number Placeholder 5">
            <a:extLst>
              <a:ext uri="{FF2B5EF4-FFF2-40B4-BE49-F238E27FC236}">
                <a16:creationId xmlns:a16="http://schemas.microsoft.com/office/drawing/2014/main" id="{0B17E72F-0CE2-D4D0-F696-BEA9F83EF5AA}"/>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0" name="Footer Placeholder 2">
            <a:extLst>
              <a:ext uri="{FF2B5EF4-FFF2-40B4-BE49-F238E27FC236}">
                <a16:creationId xmlns:a16="http://schemas.microsoft.com/office/drawing/2014/main" id="{AB4C8BF7-D6EA-CCEB-F116-FF8F674A1D0D}"/>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cxnSp>
        <p:nvCxnSpPr>
          <p:cNvPr id="3" name="Straight Connector 2">
            <a:extLst>
              <a:ext uri="{FF2B5EF4-FFF2-40B4-BE49-F238E27FC236}">
                <a16:creationId xmlns:a16="http://schemas.microsoft.com/office/drawing/2014/main" id="{EAF2EFAA-1CC4-492E-B8D1-6EF49CE7A8F8}"/>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55738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6.4 - Cover K Whi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3F4EAC9-01A1-ED6A-B271-D7FC17A6D29B}"/>
              </a:ext>
            </a:extLst>
          </p:cNvPr>
          <p:cNvPicPr>
            <a:picLocks noChangeAspect="1"/>
          </p:cNvPicPr>
          <p:nvPr userDrawn="1"/>
        </p:nvPicPr>
        <p:blipFill rotWithShape="1">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4966626" y="0"/>
            <a:ext cx="4177374" cy="5144400"/>
          </a:xfrm>
          <a:prstGeom prst="rect">
            <a:avLst/>
          </a:prstGeom>
        </p:spPr>
      </p:pic>
      <p:sp>
        <p:nvSpPr>
          <p:cNvPr id="17" name="Title 4">
            <a:extLst>
              <a:ext uri="{FF2B5EF4-FFF2-40B4-BE49-F238E27FC236}">
                <a16:creationId xmlns:a16="http://schemas.microsoft.com/office/drawing/2014/main" id="{EB5A7CA1-8E09-1FEE-5143-08105708AE59}"/>
              </a:ext>
            </a:extLst>
          </p:cNvPr>
          <p:cNvSpPr>
            <a:spLocks noGrp="1"/>
          </p:cNvSpPr>
          <p:nvPr>
            <p:ph type="title" hasCustomPrompt="1"/>
          </p:nvPr>
        </p:nvSpPr>
        <p:spPr>
          <a:xfrm>
            <a:off x="417531" y="1634673"/>
            <a:ext cx="3909884" cy="1244465"/>
          </a:xfrm>
          <a:prstGeom prst="rect">
            <a:avLst/>
          </a:prstGeom>
        </p:spPr>
        <p:txBody>
          <a:bodyPr lIns="0" tIns="0" rIns="0" bIns="0">
            <a:noAutofit/>
          </a:bodyPr>
          <a:lstStyle>
            <a:lvl1pPr marL="0" indent="0" algn="l" defTabSz="914400" rtl="0" eaLnBrk="1" latinLnBrk="0" hangingPunct="1">
              <a:lnSpc>
                <a:spcPct val="100000"/>
              </a:lnSpc>
              <a:spcBef>
                <a:spcPts val="0"/>
              </a:spcBef>
              <a:buFont typeface="Arial" panose="020B0604020202020204" pitchFamily="34" charset="0"/>
              <a:buNone/>
              <a:defRPr lang="en-GB" sz="3600" kern="1200" baseline="0" dirty="0" smtClean="0">
                <a:solidFill>
                  <a:schemeClr val="accent1"/>
                </a:solidFill>
                <a:latin typeface="+mj-lt"/>
                <a:ea typeface="+mn-ea"/>
                <a:cs typeface="+mn-cs"/>
              </a:defRPr>
            </a:lvl1pPr>
          </a:lstStyle>
          <a:p>
            <a:r>
              <a:rPr lang="en-GB" dirty="0"/>
              <a:t>Presentation</a:t>
            </a:r>
            <a:br>
              <a:rPr lang="en-GB" dirty="0"/>
            </a:br>
            <a:r>
              <a:rPr lang="en-GB" dirty="0"/>
              <a:t>Title (2 lines)</a:t>
            </a:r>
          </a:p>
        </p:txBody>
      </p:sp>
      <p:sp>
        <p:nvSpPr>
          <p:cNvPr id="18" name="Text Placeholder 3">
            <a:extLst>
              <a:ext uri="{FF2B5EF4-FFF2-40B4-BE49-F238E27FC236}">
                <a16:creationId xmlns:a16="http://schemas.microsoft.com/office/drawing/2014/main" id="{AF6FE26B-E8FF-4ACF-48A7-542E2FB4B861}"/>
              </a:ext>
            </a:extLst>
          </p:cNvPr>
          <p:cNvSpPr>
            <a:spLocks noGrp="1"/>
          </p:cNvSpPr>
          <p:nvPr>
            <p:ph type="body" sz="quarter" idx="12" hasCustomPrompt="1"/>
          </p:nvPr>
        </p:nvSpPr>
        <p:spPr>
          <a:xfrm>
            <a:off x="417531" y="3059710"/>
            <a:ext cx="3909884" cy="590953"/>
          </a:xfrm>
          <a:prstGeom prst="rect">
            <a:avLst/>
          </a:prstGeom>
        </p:spPr>
        <p:txBody>
          <a:bodyPr lIns="0" tIns="0" rIns="0" bIns="0">
            <a:noAutofit/>
          </a:bodyPr>
          <a:lstStyle>
            <a:lvl1pPr marL="0" indent="0">
              <a:lnSpc>
                <a:spcPct val="100000"/>
              </a:lnSpc>
              <a:spcBef>
                <a:spcPts val="0"/>
              </a:spcBef>
              <a:spcAft>
                <a:spcPts val="600"/>
              </a:spcAft>
              <a:buFont typeface="Arial" panose="020B0604020202020204" pitchFamily="34" charset="0"/>
              <a:buNone/>
              <a:defRPr sz="1800">
                <a:solidFill>
                  <a:schemeClr val="accent1"/>
                </a:solidFill>
                <a:latin typeface="+mn-lt"/>
                <a:ea typeface="Nokia Pure Text Light" panose="020B0403020202020204" pitchFamily="34" charset="0"/>
              </a:defRPr>
            </a:lvl1pPr>
            <a:lvl2pPr marL="230400" indent="0">
              <a:lnSpc>
                <a:spcPct val="100000"/>
              </a:lnSpc>
              <a:spcBef>
                <a:spcPts val="0"/>
              </a:spcBef>
              <a:spcAft>
                <a:spcPts val="600"/>
              </a:spcAft>
              <a:buNone/>
              <a:defRPr sz="1400">
                <a:solidFill>
                  <a:schemeClr val="bg1"/>
                </a:solidFill>
                <a:latin typeface="+mn-lt"/>
                <a:ea typeface="Nokia Pure Text Light" panose="020B0403020202020204" pitchFamily="34" charset="0"/>
              </a:defRPr>
            </a:lvl2pPr>
            <a:lvl3pPr marL="462600" indent="0">
              <a:lnSpc>
                <a:spcPct val="100000"/>
              </a:lnSpc>
              <a:spcBef>
                <a:spcPts val="0"/>
              </a:spcBef>
              <a:spcAft>
                <a:spcPts val="600"/>
              </a:spcAft>
              <a:buNone/>
              <a:defRPr sz="1200">
                <a:solidFill>
                  <a:schemeClr val="bg1"/>
                </a:solidFill>
                <a:latin typeface="+mn-lt"/>
                <a:ea typeface="Nokia Pure Text Light" panose="020B0403020202020204" pitchFamily="34" charset="0"/>
              </a:defRPr>
            </a:lvl3pPr>
            <a:lvl4pPr marL="693000" indent="0">
              <a:lnSpc>
                <a:spcPct val="100000"/>
              </a:lnSpc>
              <a:spcBef>
                <a:spcPts val="0"/>
              </a:spcBef>
              <a:spcAft>
                <a:spcPts val="600"/>
              </a:spcAft>
              <a:buNone/>
              <a:defRPr sz="1000">
                <a:solidFill>
                  <a:schemeClr val="bg1"/>
                </a:solidFill>
                <a:latin typeface="+mn-lt"/>
                <a:ea typeface="Nokia Pure Text Light" panose="020B0403020202020204" pitchFamily="34" charset="0"/>
              </a:defRPr>
            </a:lvl4pPr>
            <a:lvl5pPr marL="923400" indent="0">
              <a:lnSpc>
                <a:spcPct val="100000"/>
              </a:lnSpc>
              <a:spcBef>
                <a:spcPts val="0"/>
              </a:spcBef>
              <a:spcAft>
                <a:spcPts val="600"/>
              </a:spcAft>
              <a:buFont typeface="Arial" panose="020B0604020202020204" pitchFamily="34" charset="0"/>
              <a:buNone/>
              <a:defRPr sz="900">
                <a:solidFill>
                  <a:schemeClr val="bg1"/>
                </a:solidFill>
                <a:latin typeface="+mn-lt"/>
                <a:ea typeface="Nokia Pure Text Light" panose="020B0403020202020204" pitchFamily="34" charset="0"/>
              </a:defRPr>
            </a:lvl5pPr>
            <a:lvl6pPr marL="1153800" indent="0">
              <a:spcBef>
                <a:spcPts val="0"/>
              </a:spcBef>
              <a:spcAft>
                <a:spcPts val="600"/>
              </a:spcAft>
              <a:buFont typeface="Nokia Pure Text" panose="020B0503020202020204" pitchFamily="34" charset="0"/>
              <a:buNone/>
              <a:defRPr sz="800" baseline="0">
                <a:solidFill>
                  <a:schemeClr val="tx2"/>
                </a:solidFill>
                <a:latin typeface="Nokia Pure Text Light" panose="020B0403020202020204" pitchFamily="34" charset="0"/>
                <a:ea typeface="Nokia Pure Text Light" panose="020B0403020202020204" pitchFamily="34" charset="0"/>
              </a:defRPr>
            </a:lvl6pPr>
            <a:lvl7pPr marL="1384200" indent="0">
              <a:spcBef>
                <a:spcPts val="0"/>
              </a:spcBef>
              <a:spcAft>
                <a:spcPts val="600"/>
              </a:spcAft>
              <a:buNone/>
              <a:defRPr sz="700">
                <a:solidFill>
                  <a:schemeClr val="tx2"/>
                </a:solidFill>
                <a:latin typeface="Nokia Pure Text Light" panose="020B0403020202020204" pitchFamily="34" charset="0"/>
                <a:ea typeface="Nokia Pure Text Light" panose="020B0403020202020204" pitchFamily="34" charset="0"/>
              </a:defRPr>
            </a:lvl7pPr>
            <a:lvl8pPr marL="1614600" indent="0">
              <a:spcBef>
                <a:spcPts val="0"/>
              </a:spcBef>
              <a:spcAft>
                <a:spcPts val="600"/>
              </a:spcAft>
              <a:buNone/>
              <a:defRPr sz="600">
                <a:solidFill>
                  <a:schemeClr val="tx2"/>
                </a:solidFill>
                <a:latin typeface="Nokia Pure Text Light" panose="020B0403020202020204" pitchFamily="34" charset="0"/>
                <a:ea typeface="Nokia Pure Text Light" panose="020B0403020202020204" pitchFamily="34" charset="0"/>
              </a:defRPr>
            </a:lvl8pPr>
          </a:lstStyle>
          <a:p>
            <a:pPr lvl="0"/>
            <a:r>
              <a:rPr lang="en-US" dirty="0"/>
              <a:t>Subtitle/Author</a:t>
            </a:r>
          </a:p>
        </p:txBody>
      </p:sp>
      <p:grpSp>
        <p:nvGrpSpPr>
          <p:cNvPr id="7" name="Graphic 3">
            <a:extLst>
              <a:ext uri="{FF2B5EF4-FFF2-40B4-BE49-F238E27FC236}">
                <a16:creationId xmlns:a16="http://schemas.microsoft.com/office/drawing/2014/main" id="{57ADD6F0-8A1D-2465-892B-42BFF999186F}"/>
              </a:ext>
            </a:extLst>
          </p:cNvPr>
          <p:cNvGrpSpPr/>
          <p:nvPr userDrawn="1"/>
        </p:nvGrpSpPr>
        <p:grpSpPr>
          <a:xfrm>
            <a:off x="7055828" y="2418218"/>
            <a:ext cx="1363492" cy="307063"/>
            <a:chOff x="469958" y="1647414"/>
            <a:chExt cx="8205029" cy="1847802"/>
          </a:xfrm>
          <a:solidFill>
            <a:schemeClr val="accent1"/>
          </a:solidFill>
        </p:grpSpPr>
        <p:sp>
          <p:nvSpPr>
            <p:cNvPr id="8" name="Freeform 25">
              <a:extLst>
                <a:ext uri="{FF2B5EF4-FFF2-40B4-BE49-F238E27FC236}">
                  <a16:creationId xmlns:a16="http://schemas.microsoft.com/office/drawing/2014/main" id="{6AF9626B-4B6B-456F-A237-FCACC9E9F30C}"/>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solidFill>
                  <a:schemeClr val="tx2"/>
                </a:solidFill>
              </a:endParaRPr>
            </a:p>
          </p:txBody>
        </p:sp>
        <p:sp>
          <p:nvSpPr>
            <p:cNvPr id="9" name="Freeform 31">
              <a:extLst>
                <a:ext uri="{FF2B5EF4-FFF2-40B4-BE49-F238E27FC236}">
                  <a16:creationId xmlns:a16="http://schemas.microsoft.com/office/drawing/2014/main" id="{B6CEEA85-DD26-876A-A848-DA5F4C628A1F}"/>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solidFill>
                  <a:schemeClr val="tx2"/>
                </a:solidFill>
              </a:endParaRPr>
            </a:p>
          </p:txBody>
        </p:sp>
        <p:sp>
          <p:nvSpPr>
            <p:cNvPr id="10" name="Freeform 32">
              <a:extLst>
                <a:ext uri="{FF2B5EF4-FFF2-40B4-BE49-F238E27FC236}">
                  <a16:creationId xmlns:a16="http://schemas.microsoft.com/office/drawing/2014/main" id="{08925FD2-D79C-256F-326A-4097D8380192}"/>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solidFill>
                  <a:schemeClr val="tx2"/>
                </a:solidFill>
              </a:endParaRPr>
            </a:p>
          </p:txBody>
        </p:sp>
        <p:sp>
          <p:nvSpPr>
            <p:cNvPr id="11" name="Freeform 33">
              <a:extLst>
                <a:ext uri="{FF2B5EF4-FFF2-40B4-BE49-F238E27FC236}">
                  <a16:creationId xmlns:a16="http://schemas.microsoft.com/office/drawing/2014/main" id="{AB3AAD83-D7CB-81CB-67DB-D1DD2E032AA7}"/>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solidFill>
                  <a:schemeClr val="tx2"/>
                </a:solidFill>
              </a:endParaRPr>
            </a:p>
          </p:txBody>
        </p:sp>
        <p:sp>
          <p:nvSpPr>
            <p:cNvPr id="12" name="Freeform 34">
              <a:extLst>
                <a:ext uri="{FF2B5EF4-FFF2-40B4-BE49-F238E27FC236}">
                  <a16:creationId xmlns:a16="http://schemas.microsoft.com/office/drawing/2014/main" id="{3A1A359F-B85E-95ED-4488-9B71BC1306AF}"/>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solidFill>
                  <a:schemeClr val="tx2"/>
                </a:solidFill>
              </a:endParaRPr>
            </a:p>
          </p:txBody>
        </p:sp>
      </p:grpSp>
      <p:sp>
        <p:nvSpPr>
          <p:cNvPr id="19" name="TextBox 18">
            <a:extLst>
              <a:ext uri="{FF2B5EF4-FFF2-40B4-BE49-F238E27FC236}">
                <a16:creationId xmlns:a16="http://schemas.microsoft.com/office/drawing/2014/main" id="{685118FE-3A69-7878-D9BB-1A3313720C81}"/>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20" name="Slide Number Placeholder 5">
            <a:extLst>
              <a:ext uri="{FF2B5EF4-FFF2-40B4-BE49-F238E27FC236}">
                <a16:creationId xmlns:a16="http://schemas.microsoft.com/office/drawing/2014/main" id="{0F609D8D-5CB0-9FB7-12C3-CB2F81E54A60}"/>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21" name="Footer Placeholder 2">
            <a:extLst>
              <a:ext uri="{FF2B5EF4-FFF2-40B4-BE49-F238E27FC236}">
                <a16:creationId xmlns:a16="http://schemas.microsoft.com/office/drawing/2014/main" id="{A6A581A3-9568-ADAA-C577-D08AD5F13852}"/>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tx2"/>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a:t>Insert appropriate information classification. Apply document ID (if applicable).</a:t>
            </a:r>
            <a:endParaRPr lang="en-US" dirty="0"/>
          </a:p>
        </p:txBody>
      </p:sp>
      <p:cxnSp>
        <p:nvCxnSpPr>
          <p:cNvPr id="2" name="Straight Connector 1">
            <a:extLst>
              <a:ext uri="{FF2B5EF4-FFF2-40B4-BE49-F238E27FC236}">
                <a16:creationId xmlns:a16="http://schemas.microsoft.com/office/drawing/2014/main" id="{3E08E003-2B92-ADF0-377B-757258E2C61D}"/>
              </a:ext>
            </a:extLst>
          </p:cNvPr>
          <p:cNvCxnSpPr>
            <a:cxnSpLocks/>
          </p:cNvCxnSpPr>
          <p:nvPr userDrawn="1"/>
        </p:nvCxnSpPr>
        <p:spPr>
          <a:xfrm>
            <a:off x="1403610" y="4842900"/>
            <a:ext cx="0" cy="14400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592906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7.1 - Divider BlueGreen2">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2F98BFE0-FEAC-1333-6BF5-7907903B2DC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sp>
        <p:nvSpPr>
          <p:cNvPr id="3" name="Text Placeholder 42">
            <a:extLst>
              <a:ext uri="{FF2B5EF4-FFF2-40B4-BE49-F238E27FC236}">
                <a16:creationId xmlns:a16="http://schemas.microsoft.com/office/drawing/2014/main" id="{62755F71-C8DF-BEE3-C54C-12DECC4F9773}"/>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400"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2" name="Graphic 1">
            <a:extLst>
              <a:ext uri="{FF2B5EF4-FFF2-40B4-BE49-F238E27FC236}">
                <a16:creationId xmlns:a16="http://schemas.microsoft.com/office/drawing/2014/main" id="{EF5C81FB-4A41-2E38-2638-F82CC70C7B5B}"/>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52320" y="4740459"/>
            <a:ext cx="972000" cy="219014"/>
          </a:xfrm>
          <a:prstGeom prst="rect">
            <a:avLst/>
          </a:prstGeom>
        </p:spPr>
      </p:pic>
      <p:sp>
        <p:nvSpPr>
          <p:cNvPr id="13" name="TextBox 12">
            <a:extLst>
              <a:ext uri="{FF2B5EF4-FFF2-40B4-BE49-F238E27FC236}">
                <a16:creationId xmlns:a16="http://schemas.microsoft.com/office/drawing/2014/main" id="{A3AA9E6A-3B54-EBA8-25AB-52211D52F5EA}"/>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0FC82D3C-5CAB-DDEA-5BAD-0CE49311B44C}"/>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DF275CFF-10A6-01B8-606D-73D7A5642263}"/>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sp>
        <p:nvSpPr>
          <p:cNvPr id="5" name="Text Placeholder 42">
            <a:extLst>
              <a:ext uri="{FF2B5EF4-FFF2-40B4-BE49-F238E27FC236}">
                <a16:creationId xmlns:a16="http://schemas.microsoft.com/office/drawing/2014/main" id="{56D07526-2E9D-2AAD-EE94-167EEE1536FF}"/>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ltLang="zh-CN"/>
              <a:t>Click to edit Master text styles</a:t>
            </a:r>
          </a:p>
        </p:txBody>
      </p:sp>
      <p:cxnSp>
        <p:nvCxnSpPr>
          <p:cNvPr id="4" name="Straight Connector 3">
            <a:extLst>
              <a:ext uri="{FF2B5EF4-FFF2-40B4-BE49-F238E27FC236}">
                <a16:creationId xmlns:a16="http://schemas.microsoft.com/office/drawing/2014/main" id="{FE02048B-6D7A-8D73-C1C4-5B16111F0B30}"/>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10216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7.2 - Divider BlueGreen3">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82BC244E-62D2-236F-4DC8-EEBFE9AF287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sp>
        <p:nvSpPr>
          <p:cNvPr id="8" name="Text Placeholder 42">
            <a:extLst>
              <a:ext uri="{FF2B5EF4-FFF2-40B4-BE49-F238E27FC236}">
                <a16:creationId xmlns:a16="http://schemas.microsoft.com/office/drawing/2014/main" id="{BE7F6530-2B80-C2AA-C92D-861D7E8FD530}"/>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400"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2" name="Graphic 1">
            <a:extLst>
              <a:ext uri="{FF2B5EF4-FFF2-40B4-BE49-F238E27FC236}">
                <a16:creationId xmlns:a16="http://schemas.microsoft.com/office/drawing/2014/main" id="{F9E92399-CC16-9177-2657-E4899DE3837D}"/>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52320" y="4740459"/>
            <a:ext cx="972000" cy="219014"/>
          </a:xfrm>
          <a:prstGeom prst="rect">
            <a:avLst/>
          </a:prstGeom>
        </p:spPr>
      </p:pic>
      <p:sp>
        <p:nvSpPr>
          <p:cNvPr id="13" name="TextBox 12">
            <a:extLst>
              <a:ext uri="{FF2B5EF4-FFF2-40B4-BE49-F238E27FC236}">
                <a16:creationId xmlns:a16="http://schemas.microsoft.com/office/drawing/2014/main" id="{4FBBDEB0-7315-4214-F9C8-48DBCC502C8E}"/>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3976F6A6-5835-91B8-5B94-A197DCCF65D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146445DD-AC0A-C4BA-03CB-A346CF3E9279}"/>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sp>
        <p:nvSpPr>
          <p:cNvPr id="3" name="Text Placeholder 42">
            <a:extLst>
              <a:ext uri="{FF2B5EF4-FFF2-40B4-BE49-F238E27FC236}">
                <a16:creationId xmlns:a16="http://schemas.microsoft.com/office/drawing/2014/main" id="{5ED3C240-0F31-AD4B-E3D6-E9E2DFC4EB67}"/>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ltLang="zh-CN"/>
              <a:t>Click to edit Master text styles</a:t>
            </a:r>
          </a:p>
        </p:txBody>
      </p:sp>
      <p:cxnSp>
        <p:nvCxnSpPr>
          <p:cNvPr id="4" name="Straight Connector 3">
            <a:extLst>
              <a:ext uri="{FF2B5EF4-FFF2-40B4-BE49-F238E27FC236}">
                <a16:creationId xmlns:a16="http://schemas.microsoft.com/office/drawing/2014/main" id="{5D8D7E07-AE29-ED03-CA17-E767D394E167}"/>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157591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7.3 - Divider BlueGreen5">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1ACC9534-D4F4-B471-C3A8-8380F72B349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sp>
        <p:nvSpPr>
          <p:cNvPr id="3" name="Text Placeholder 42">
            <a:extLst>
              <a:ext uri="{FF2B5EF4-FFF2-40B4-BE49-F238E27FC236}">
                <a16:creationId xmlns:a16="http://schemas.microsoft.com/office/drawing/2014/main" id="{62755F71-C8DF-BEE3-C54C-12DECC4F9773}"/>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400"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2" name="Graphic 1">
            <a:extLst>
              <a:ext uri="{FF2B5EF4-FFF2-40B4-BE49-F238E27FC236}">
                <a16:creationId xmlns:a16="http://schemas.microsoft.com/office/drawing/2014/main" id="{3761BFBE-2F2E-2C4F-848A-E85051698111}"/>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52320" y="4740459"/>
            <a:ext cx="972000" cy="219014"/>
          </a:xfrm>
          <a:prstGeom prst="rect">
            <a:avLst/>
          </a:prstGeom>
        </p:spPr>
      </p:pic>
      <p:sp>
        <p:nvSpPr>
          <p:cNvPr id="13" name="TextBox 12">
            <a:extLst>
              <a:ext uri="{FF2B5EF4-FFF2-40B4-BE49-F238E27FC236}">
                <a16:creationId xmlns:a16="http://schemas.microsoft.com/office/drawing/2014/main" id="{BC0FACD4-71CC-9E35-CDCC-22C146E52E95}"/>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823572DF-299F-8B6C-1E42-1A659F393240}"/>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F374EA10-DD32-7823-1E8C-8A5B6454CCCB}"/>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sp>
        <p:nvSpPr>
          <p:cNvPr id="4" name="Text Placeholder 42">
            <a:extLst>
              <a:ext uri="{FF2B5EF4-FFF2-40B4-BE49-F238E27FC236}">
                <a16:creationId xmlns:a16="http://schemas.microsoft.com/office/drawing/2014/main" id="{B4CCFE40-D40E-A7E0-E99F-0E9E3E7CA3B1}"/>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ltLang="zh-CN"/>
              <a:t>Click to edit Master text styles</a:t>
            </a:r>
          </a:p>
        </p:txBody>
      </p:sp>
      <p:cxnSp>
        <p:nvCxnSpPr>
          <p:cNvPr id="6" name="Straight Connector 5">
            <a:extLst>
              <a:ext uri="{FF2B5EF4-FFF2-40B4-BE49-F238E27FC236}">
                <a16:creationId xmlns:a16="http://schemas.microsoft.com/office/drawing/2014/main" id="{CCB7C389-5A93-054C-1BDF-9FC91FFA20AD}"/>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386889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7.4 - Divider PurpleBlue2">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E01D2CA4-939C-12C2-DF49-53BE4EA4C10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sp>
        <p:nvSpPr>
          <p:cNvPr id="3" name="Text Placeholder 42">
            <a:extLst>
              <a:ext uri="{FF2B5EF4-FFF2-40B4-BE49-F238E27FC236}">
                <a16:creationId xmlns:a16="http://schemas.microsoft.com/office/drawing/2014/main" id="{0DABAD96-0284-76FF-D804-48E7FFCA08F5}"/>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400"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2" name="Graphic 1">
            <a:extLst>
              <a:ext uri="{FF2B5EF4-FFF2-40B4-BE49-F238E27FC236}">
                <a16:creationId xmlns:a16="http://schemas.microsoft.com/office/drawing/2014/main" id="{83B5421E-4ADD-A198-F29A-1E6995BF5763}"/>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52320" y="4740459"/>
            <a:ext cx="972000" cy="219014"/>
          </a:xfrm>
          <a:prstGeom prst="rect">
            <a:avLst/>
          </a:prstGeom>
        </p:spPr>
      </p:pic>
      <p:sp>
        <p:nvSpPr>
          <p:cNvPr id="13" name="TextBox 12">
            <a:extLst>
              <a:ext uri="{FF2B5EF4-FFF2-40B4-BE49-F238E27FC236}">
                <a16:creationId xmlns:a16="http://schemas.microsoft.com/office/drawing/2014/main" id="{06758511-3EE8-4852-763C-F4F1187FA97D}"/>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4486F512-1927-A0E0-A1C2-79941992D99A}"/>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38DEF3F3-5CAD-FC0C-F7DD-4A913E71BD35}"/>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sp>
        <p:nvSpPr>
          <p:cNvPr id="4" name="Text Placeholder 42">
            <a:extLst>
              <a:ext uri="{FF2B5EF4-FFF2-40B4-BE49-F238E27FC236}">
                <a16:creationId xmlns:a16="http://schemas.microsoft.com/office/drawing/2014/main" id="{E790325F-8E1D-1D8F-9BC9-63324BDA4002}"/>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ltLang="zh-CN"/>
              <a:t>Click to edit Master text styles</a:t>
            </a:r>
          </a:p>
        </p:txBody>
      </p:sp>
      <p:cxnSp>
        <p:nvCxnSpPr>
          <p:cNvPr id="5" name="Straight Connector 4">
            <a:extLst>
              <a:ext uri="{FF2B5EF4-FFF2-40B4-BE49-F238E27FC236}">
                <a16:creationId xmlns:a16="http://schemas.microsoft.com/office/drawing/2014/main" id="{DFA58081-F274-C081-E890-EFC2A41D5FCF}"/>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056082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7.5 - Divider BluePink1">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FEF07AED-C885-0A94-CE92-AD0235762C6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sp>
        <p:nvSpPr>
          <p:cNvPr id="5" name="Text Placeholder 42">
            <a:extLst>
              <a:ext uri="{FF2B5EF4-FFF2-40B4-BE49-F238E27FC236}">
                <a16:creationId xmlns:a16="http://schemas.microsoft.com/office/drawing/2014/main" id="{513AFDC9-7EA7-195A-AC21-49A03E74AF43}"/>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400"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2" name="Graphic 1">
            <a:extLst>
              <a:ext uri="{FF2B5EF4-FFF2-40B4-BE49-F238E27FC236}">
                <a16:creationId xmlns:a16="http://schemas.microsoft.com/office/drawing/2014/main" id="{5F57FFFB-CCE3-C058-3729-4EDEEE5E646D}"/>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52320" y="4740459"/>
            <a:ext cx="972000" cy="219014"/>
          </a:xfrm>
          <a:prstGeom prst="rect">
            <a:avLst/>
          </a:prstGeom>
        </p:spPr>
      </p:pic>
      <p:sp>
        <p:nvSpPr>
          <p:cNvPr id="13" name="TextBox 12">
            <a:extLst>
              <a:ext uri="{FF2B5EF4-FFF2-40B4-BE49-F238E27FC236}">
                <a16:creationId xmlns:a16="http://schemas.microsoft.com/office/drawing/2014/main" id="{35665458-1735-3CFE-DB60-E654932058A6}"/>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B8EAC92C-19BC-5473-42AE-69A4371F2861}"/>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9E2C85D8-A3A9-A261-1BCF-70106685644F}"/>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sp>
        <p:nvSpPr>
          <p:cNvPr id="3" name="Text Placeholder 42">
            <a:extLst>
              <a:ext uri="{FF2B5EF4-FFF2-40B4-BE49-F238E27FC236}">
                <a16:creationId xmlns:a16="http://schemas.microsoft.com/office/drawing/2014/main" id="{521CF4E5-14D0-7A0E-3B20-BC1F539D9BFE}"/>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ltLang="zh-CN"/>
              <a:t>Click to edit Master text styles</a:t>
            </a:r>
          </a:p>
        </p:txBody>
      </p:sp>
      <p:cxnSp>
        <p:nvCxnSpPr>
          <p:cNvPr id="4" name="Straight Connector 3">
            <a:extLst>
              <a:ext uri="{FF2B5EF4-FFF2-40B4-BE49-F238E27FC236}">
                <a16:creationId xmlns:a16="http://schemas.microsoft.com/office/drawing/2014/main" id="{CAD97333-EA43-6640-585E-B0F0830740B7}"/>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57203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7.6 - Divider Pink1">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2FD17980-F783-4A27-87DC-42985B6C77B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sp>
        <p:nvSpPr>
          <p:cNvPr id="3" name="Text Placeholder 42">
            <a:extLst>
              <a:ext uri="{FF2B5EF4-FFF2-40B4-BE49-F238E27FC236}">
                <a16:creationId xmlns:a16="http://schemas.microsoft.com/office/drawing/2014/main" id="{522A1BAB-7805-96E3-BA5B-3E8B26D8AA37}"/>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400"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2" name="Graphic 1">
            <a:extLst>
              <a:ext uri="{FF2B5EF4-FFF2-40B4-BE49-F238E27FC236}">
                <a16:creationId xmlns:a16="http://schemas.microsoft.com/office/drawing/2014/main" id="{AB3FE475-1931-B109-EFE4-3720BF54E14B}"/>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52320" y="4740459"/>
            <a:ext cx="972000" cy="219014"/>
          </a:xfrm>
          <a:prstGeom prst="rect">
            <a:avLst/>
          </a:prstGeom>
        </p:spPr>
      </p:pic>
      <p:sp>
        <p:nvSpPr>
          <p:cNvPr id="13" name="TextBox 12">
            <a:extLst>
              <a:ext uri="{FF2B5EF4-FFF2-40B4-BE49-F238E27FC236}">
                <a16:creationId xmlns:a16="http://schemas.microsoft.com/office/drawing/2014/main" id="{C4C0B05D-F0F7-15F3-4C17-EED0899C7AFB}"/>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49857B24-CF63-C1F9-6FBA-114618B4AAB6}"/>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39CB5136-AC36-0B5E-A3A9-2D5B7B13CF90}"/>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sp>
        <p:nvSpPr>
          <p:cNvPr id="4" name="Text Placeholder 42">
            <a:extLst>
              <a:ext uri="{FF2B5EF4-FFF2-40B4-BE49-F238E27FC236}">
                <a16:creationId xmlns:a16="http://schemas.microsoft.com/office/drawing/2014/main" id="{45165F11-ACDF-2F83-0960-B38B3A16DAD5}"/>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ltLang="zh-CN"/>
              <a:t>Click to edit Master text styles</a:t>
            </a:r>
          </a:p>
        </p:txBody>
      </p:sp>
      <p:cxnSp>
        <p:nvCxnSpPr>
          <p:cNvPr id="5" name="Straight Connector 4">
            <a:extLst>
              <a:ext uri="{FF2B5EF4-FFF2-40B4-BE49-F238E27FC236}">
                <a16:creationId xmlns:a16="http://schemas.microsoft.com/office/drawing/2014/main" id="{BED18778-E790-9812-B1F5-0E0F7858DCAF}"/>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097989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7.7 - Divider Orange1">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34BF0FE-66B0-30DC-7C7E-0C60AC62082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sp>
        <p:nvSpPr>
          <p:cNvPr id="4" name="Text Placeholder 42">
            <a:extLst>
              <a:ext uri="{FF2B5EF4-FFF2-40B4-BE49-F238E27FC236}">
                <a16:creationId xmlns:a16="http://schemas.microsoft.com/office/drawing/2014/main" id="{915CB6A6-17E7-3E33-E841-80BBD7036B36}"/>
              </a:ext>
            </a:extLst>
          </p:cNvPr>
          <p:cNvSpPr>
            <a:spLocks noGrp="1"/>
          </p:cNvSpPr>
          <p:nvPr>
            <p:ph type="body" sz="quarter" idx="11" hasCustomPrompt="1"/>
          </p:nvPr>
        </p:nvSpPr>
        <p:spPr>
          <a:xfrm>
            <a:off x="417600" y="1080000"/>
            <a:ext cx="8308800" cy="1760501"/>
          </a:xfrm>
          <a:prstGeom prst="rect">
            <a:avLst/>
          </a:prstGeom>
        </p:spPr>
        <p:txBody>
          <a:bodyPr lIns="0" tIns="0" rIns="0" bIns="0"/>
          <a:lstStyle>
            <a:lvl1pPr marL="0" indent="0">
              <a:buNone/>
              <a:defRPr sz="4400" baseline="0">
                <a:solidFill>
                  <a:schemeClr val="bg1"/>
                </a:solidFill>
                <a:latin typeface="Nokia Pure Headline Light" panose="020B0304020202020204" pitchFamily="34" charset="0"/>
              </a:defRPr>
            </a:lvl1pPr>
          </a:lstStyle>
          <a:p>
            <a:pPr lvl="0"/>
            <a:r>
              <a:rPr lang="en-US" noProof="0"/>
              <a:t>Divider pages </a:t>
            </a:r>
            <a:br>
              <a:rPr lang="en-US" noProof="0"/>
            </a:br>
            <a:r>
              <a:rPr lang="en-US" noProof="0"/>
              <a:t>or large quotes</a:t>
            </a:r>
          </a:p>
        </p:txBody>
      </p:sp>
      <p:pic>
        <p:nvPicPr>
          <p:cNvPr id="2" name="Graphic 1">
            <a:extLst>
              <a:ext uri="{FF2B5EF4-FFF2-40B4-BE49-F238E27FC236}">
                <a16:creationId xmlns:a16="http://schemas.microsoft.com/office/drawing/2014/main" id="{F11B8FE6-8F1C-8435-F33C-EE04C6A6A164}"/>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52320" y="4740459"/>
            <a:ext cx="972000" cy="219014"/>
          </a:xfrm>
          <a:prstGeom prst="rect">
            <a:avLst/>
          </a:prstGeom>
        </p:spPr>
      </p:pic>
      <p:sp>
        <p:nvSpPr>
          <p:cNvPr id="13" name="TextBox 12">
            <a:extLst>
              <a:ext uri="{FF2B5EF4-FFF2-40B4-BE49-F238E27FC236}">
                <a16:creationId xmlns:a16="http://schemas.microsoft.com/office/drawing/2014/main" id="{849B4D71-50D7-0502-EF7E-5AAF38E8659C}"/>
              </a:ext>
            </a:extLst>
          </p:cNvPr>
          <p:cNvSpPr txBox="1"/>
          <p:nvPr userDrawn="1"/>
        </p:nvSpPr>
        <p:spPr>
          <a:xfrm>
            <a:off x="680028" y="4858555"/>
            <a:ext cx="631583" cy="123111"/>
          </a:xfrm>
          <a:prstGeom prst="rect">
            <a:avLst/>
          </a:prstGeom>
          <a:noFill/>
        </p:spPr>
        <p:txBody>
          <a:bodyPr wrap="none" lIns="0" tIns="0" rIns="0" bIns="0" anchor="b" anchorCtr="0">
            <a:noAutofit/>
          </a:bodyPr>
          <a:lstStyle/>
          <a:p>
            <a:r>
              <a:rPr lang="en-US" sz="800"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t>© 2023 Nokia</a:t>
            </a:r>
          </a:p>
        </p:txBody>
      </p:sp>
      <p:sp>
        <p:nvSpPr>
          <p:cNvPr id="14" name="Slide Number Placeholder 5">
            <a:extLst>
              <a:ext uri="{FF2B5EF4-FFF2-40B4-BE49-F238E27FC236}">
                <a16:creationId xmlns:a16="http://schemas.microsoft.com/office/drawing/2014/main" id="{4256B84B-A641-FF3B-04A5-7875DE216F37}"/>
              </a:ext>
            </a:extLst>
          </p:cNvPr>
          <p:cNvSpPr txBox="1">
            <a:spLocks/>
          </p:cNvSpPr>
          <p:nvPr userDrawn="1"/>
        </p:nvSpPr>
        <p:spPr>
          <a:xfrm>
            <a:off x="419102" y="4858555"/>
            <a:ext cx="117020" cy="123111"/>
          </a:xfrm>
          <a:prstGeom prst="rect">
            <a:avLst/>
          </a:prstGeom>
        </p:spPr>
        <p:txBody>
          <a:bodyPr wrap="none" lIns="0" tIns="0" rIns="0" bIns="0" anchor="b" anchorCtr="0">
            <a:spAutoFit/>
          </a:bodyPr>
          <a:lstStyle>
            <a:defPPr>
              <a:defRPr lang="en-US"/>
            </a:defPPr>
            <a:lvl1pPr marL="0" algn="l" defTabSz="914400" rtl="0" eaLnBrk="1" latinLnBrk="0" hangingPunct="1">
              <a:defRPr sz="10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1245D3D-131A-47D1-B100-B33219007AD2}" type="slidenum">
              <a:rPr lang="en-US" sz="800" noProof="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rPr>
              <a:pPr>
                <a:defRPr/>
              </a:pPr>
              <a:t>‹#›</a:t>
            </a:fld>
            <a:endParaRPr lang="en-US" noProof="0" dirty="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endParaRPr>
          </a:p>
        </p:txBody>
      </p:sp>
      <p:sp>
        <p:nvSpPr>
          <p:cNvPr id="15" name="Footer Placeholder 2">
            <a:extLst>
              <a:ext uri="{FF2B5EF4-FFF2-40B4-BE49-F238E27FC236}">
                <a16:creationId xmlns:a16="http://schemas.microsoft.com/office/drawing/2014/main" id="{DB5AF0F0-B002-CB3B-6A1E-945904E802DD}"/>
              </a:ext>
            </a:extLst>
          </p:cNvPr>
          <p:cNvSpPr>
            <a:spLocks noGrp="1"/>
          </p:cNvSpPr>
          <p:nvPr>
            <p:ph type="ftr" sz="quarter" idx="3"/>
          </p:nvPr>
        </p:nvSpPr>
        <p:spPr>
          <a:xfrm>
            <a:off x="1504610" y="4858555"/>
            <a:ext cx="2880000" cy="122400"/>
          </a:xfrm>
          <a:prstGeom prst="rect">
            <a:avLst/>
          </a:prstGeom>
        </p:spPr>
        <p:txBody>
          <a:bodyPr vert="horz" wrap="none" lIns="0" tIns="0" rIns="0" bIns="0" rtlCol="0" anchor="b" anchorCtr="0">
            <a:noAutofit/>
          </a:bodyPr>
          <a:lstStyle>
            <a:lvl1pPr marL="0" algn="l" defTabSz="457200" rtl="0" eaLnBrk="1" latinLnBrk="0" hangingPunct="1">
              <a:defRPr lang="en-GB" sz="800" kern="1200" smtClean="0">
                <a:solidFill>
                  <a:schemeClr val="bg1"/>
                </a:solidFill>
                <a:latin typeface="Nokia Pure Text Light" panose="020B0304040602060303" pitchFamily="34" charset="0"/>
                <a:ea typeface="Nokia Pure Text Light" panose="020B0304040602060303" pitchFamily="34" charset="0"/>
                <a:cs typeface="Nokia Pure Text Light" panose="020B0304040602060303" pitchFamily="34" charset="0"/>
              </a:defRPr>
            </a:lvl1pPr>
          </a:lstStyle>
          <a:p>
            <a:r>
              <a:rPr lang="en-US" dirty="0"/>
              <a:t>Insert appropriate information classification. Apply document ID (if applicable).</a:t>
            </a:r>
          </a:p>
        </p:txBody>
      </p:sp>
      <p:sp>
        <p:nvSpPr>
          <p:cNvPr id="3" name="Text Placeholder 42">
            <a:extLst>
              <a:ext uri="{FF2B5EF4-FFF2-40B4-BE49-F238E27FC236}">
                <a16:creationId xmlns:a16="http://schemas.microsoft.com/office/drawing/2014/main" id="{BFB53FB7-1753-80D0-CDCE-10664D914FBD}"/>
              </a:ext>
            </a:extLst>
          </p:cNvPr>
          <p:cNvSpPr>
            <a:spLocks noGrp="1"/>
          </p:cNvSpPr>
          <p:nvPr>
            <p:ph type="body" sz="quarter" idx="12"/>
          </p:nvPr>
        </p:nvSpPr>
        <p:spPr>
          <a:xfrm>
            <a:off x="417600" y="3161471"/>
            <a:ext cx="8308800" cy="1108470"/>
          </a:xfrm>
          <a:prstGeom prst="rect">
            <a:avLst/>
          </a:prstGeom>
        </p:spPr>
        <p:txBody>
          <a:bodyPr lIns="0" tIns="0" rIns="0" bIns="0"/>
          <a:lstStyle>
            <a:lvl1pPr marL="0" indent="0">
              <a:buNone/>
              <a:defRPr sz="1600" baseline="0">
                <a:solidFill>
                  <a:schemeClr val="bg1"/>
                </a:solidFill>
                <a:latin typeface="Nokia Pure Text Light" panose="020B0403020202020204" pitchFamily="34" charset="0"/>
                <a:ea typeface="Nokia Pure Text Light" panose="020B0403020202020204" pitchFamily="34" charset="0"/>
              </a:defRPr>
            </a:lvl1pPr>
          </a:lstStyle>
          <a:p>
            <a:pPr lvl="0"/>
            <a:r>
              <a:rPr lang="en-US" altLang="zh-CN"/>
              <a:t>Click to edit Master text styles</a:t>
            </a:r>
          </a:p>
        </p:txBody>
      </p:sp>
      <p:cxnSp>
        <p:nvCxnSpPr>
          <p:cNvPr id="5" name="Straight Connector 4">
            <a:extLst>
              <a:ext uri="{FF2B5EF4-FFF2-40B4-BE49-F238E27FC236}">
                <a16:creationId xmlns:a16="http://schemas.microsoft.com/office/drawing/2014/main" id="{F629192D-9BFF-547E-D7E1-AE02B2E78B03}"/>
              </a:ext>
            </a:extLst>
          </p:cNvPr>
          <p:cNvCxnSpPr>
            <a:cxnSpLocks/>
          </p:cNvCxnSpPr>
          <p:nvPr userDrawn="1"/>
        </p:nvCxnSpPr>
        <p:spPr>
          <a:xfrm>
            <a:off x="1403610" y="4842900"/>
            <a:ext cx="0" cy="144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291692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8.1 - End BlueGreen2">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3A71822B-C712-A4E6-919B-405BA7F21A5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3" name="Graphic 3">
            <a:extLst>
              <a:ext uri="{FF2B5EF4-FFF2-40B4-BE49-F238E27FC236}">
                <a16:creationId xmlns:a16="http://schemas.microsoft.com/office/drawing/2014/main" id="{F113608E-22FD-657F-8D07-CD39EC97958A}"/>
              </a:ext>
            </a:extLst>
          </p:cNvPr>
          <p:cNvGrpSpPr/>
          <p:nvPr userDrawn="1"/>
        </p:nvGrpSpPr>
        <p:grpSpPr>
          <a:xfrm>
            <a:off x="1833317" y="1954988"/>
            <a:ext cx="5477366" cy="1233523"/>
            <a:chOff x="469958" y="1647414"/>
            <a:chExt cx="8205029" cy="1847802"/>
          </a:xfrm>
          <a:solidFill>
            <a:schemeClr val="bg1"/>
          </a:solidFill>
        </p:grpSpPr>
        <p:sp>
          <p:nvSpPr>
            <p:cNvPr id="4" name="Freeform 10">
              <a:extLst>
                <a:ext uri="{FF2B5EF4-FFF2-40B4-BE49-F238E27FC236}">
                  <a16:creationId xmlns:a16="http://schemas.microsoft.com/office/drawing/2014/main" id="{DA917A93-F7DB-3A50-D98B-8185FF15DE00}"/>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5" name="Freeform 11">
              <a:extLst>
                <a:ext uri="{FF2B5EF4-FFF2-40B4-BE49-F238E27FC236}">
                  <a16:creationId xmlns:a16="http://schemas.microsoft.com/office/drawing/2014/main" id="{08D8095F-7FCC-5669-F881-F66619242228}"/>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6" name="Freeform 12">
              <a:extLst>
                <a:ext uri="{FF2B5EF4-FFF2-40B4-BE49-F238E27FC236}">
                  <a16:creationId xmlns:a16="http://schemas.microsoft.com/office/drawing/2014/main" id="{A8F3D3FE-D0C9-59C1-F189-DA228D51A05B}"/>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7" name="Freeform 13">
              <a:extLst>
                <a:ext uri="{FF2B5EF4-FFF2-40B4-BE49-F238E27FC236}">
                  <a16:creationId xmlns:a16="http://schemas.microsoft.com/office/drawing/2014/main" id="{7F167DEA-E276-FD24-54AA-B4A09328CCE6}"/>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8" name="Freeform 14">
              <a:extLst>
                <a:ext uri="{FF2B5EF4-FFF2-40B4-BE49-F238E27FC236}">
                  <a16:creationId xmlns:a16="http://schemas.microsoft.com/office/drawing/2014/main" id="{5BDAA131-A001-A420-C695-237DBC402651}"/>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spTree>
    <p:extLst>
      <p:ext uri="{BB962C8B-B14F-4D97-AF65-F5344CB8AC3E}">
        <p14:creationId xmlns:p14="http://schemas.microsoft.com/office/powerpoint/2010/main" val="312897789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8.2 - End BlueGreen3">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0EF89375-E21D-F63F-06A8-C59355F1254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3" name="Graphic 3">
            <a:extLst>
              <a:ext uri="{FF2B5EF4-FFF2-40B4-BE49-F238E27FC236}">
                <a16:creationId xmlns:a16="http://schemas.microsoft.com/office/drawing/2014/main" id="{EBD7979C-B9C6-8A09-B241-FD1FED4BAC89}"/>
              </a:ext>
            </a:extLst>
          </p:cNvPr>
          <p:cNvGrpSpPr/>
          <p:nvPr userDrawn="1"/>
        </p:nvGrpSpPr>
        <p:grpSpPr>
          <a:xfrm>
            <a:off x="1833317" y="1954988"/>
            <a:ext cx="5477366" cy="1233523"/>
            <a:chOff x="469958" y="1647414"/>
            <a:chExt cx="8205029" cy="1847802"/>
          </a:xfrm>
          <a:solidFill>
            <a:schemeClr val="bg1"/>
          </a:solidFill>
        </p:grpSpPr>
        <p:sp>
          <p:nvSpPr>
            <p:cNvPr id="4" name="Freeform 10">
              <a:extLst>
                <a:ext uri="{FF2B5EF4-FFF2-40B4-BE49-F238E27FC236}">
                  <a16:creationId xmlns:a16="http://schemas.microsoft.com/office/drawing/2014/main" id="{B7B0CAF0-3BC0-2F0C-A2D6-BD2777136ABD}"/>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5" name="Freeform 11">
              <a:extLst>
                <a:ext uri="{FF2B5EF4-FFF2-40B4-BE49-F238E27FC236}">
                  <a16:creationId xmlns:a16="http://schemas.microsoft.com/office/drawing/2014/main" id="{DFE11313-A28D-C9D5-388D-F3DCE472D733}"/>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6" name="Freeform 12">
              <a:extLst>
                <a:ext uri="{FF2B5EF4-FFF2-40B4-BE49-F238E27FC236}">
                  <a16:creationId xmlns:a16="http://schemas.microsoft.com/office/drawing/2014/main" id="{5423B194-3C18-4ED2-C954-ADB91F99CDD9}"/>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7" name="Freeform 13">
              <a:extLst>
                <a:ext uri="{FF2B5EF4-FFF2-40B4-BE49-F238E27FC236}">
                  <a16:creationId xmlns:a16="http://schemas.microsoft.com/office/drawing/2014/main" id="{3A46B4C4-EAE8-DC64-8EE7-085376B9F0C3}"/>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8" name="Freeform 14">
              <a:extLst>
                <a:ext uri="{FF2B5EF4-FFF2-40B4-BE49-F238E27FC236}">
                  <a16:creationId xmlns:a16="http://schemas.microsoft.com/office/drawing/2014/main" id="{868AEA7C-4869-2294-8EAF-A87420CD4743}"/>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spTree>
    <p:extLst>
      <p:ext uri="{BB962C8B-B14F-4D97-AF65-F5344CB8AC3E}">
        <p14:creationId xmlns:p14="http://schemas.microsoft.com/office/powerpoint/2010/main" val="318490102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8.3 - End BlueGreen5">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408FFEE3-9429-FB20-94DA-036B3BA28AF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3" name="Graphic 3">
            <a:extLst>
              <a:ext uri="{FF2B5EF4-FFF2-40B4-BE49-F238E27FC236}">
                <a16:creationId xmlns:a16="http://schemas.microsoft.com/office/drawing/2014/main" id="{FF97AAA9-D469-5AE4-F90F-9020A3DDBE0A}"/>
              </a:ext>
            </a:extLst>
          </p:cNvPr>
          <p:cNvGrpSpPr/>
          <p:nvPr userDrawn="1"/>
        </p:nvGrpSpPr>
        <p:grpSpPr>
          <a:xfrm>
            <a:off x="1833317" y="1954988"/>
            <a:ext cx="5477366" cy="1233523"/>
            <a:chOff x="469958" y="1647414"/>
            <a:chExt cx="8205029" cy="1847802"/>
          </a:xfrm>
          <a:solidFill>
            <a:schemeClr val="bg1"/>
          </a:solidFill>
        </p:grpSpPr>
        <p:sp>
          <p:nvSpPr>
            <p:cNvPr id="4" name="Freeform 10">
              <a:extLst>
                <a:ext uri="{FF2B5EF4-FFF2-40B4-BE49-F238E27FC236}">
                  <a16:creationId xmlns:a16="http://schemas.microsoft.com/office/drawing/2014/main" id="{C2E78338-BF1F-47F8-574E-5A79325DD1F8}"/>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5" name="Freeform 11">
              <a:extLst>
                <a:ext uri="{FF2B5EF4-FFF2-40B4-BE49-F238E27FC236}">
                  <a16:creationId xmlns:a16="http://schemas.microsoft.com/office/drawing/2014/main" id="{BEABEE7F-B8A9-CDE0-CB0E-B91BA834B8F1}"/>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6" name="Freeform 12">
              <a:extLst>
                <a:ext uri="{FF2B5EF4-FFF2-40B4-BE49-F238E27FC236}">
                  <a16:creationId xmlns:a16="http://schemas.microsoft.com/office/drawing/2014/main" id="{42EAFBE4-3E55-88EC-6263-AA83BE68E7C0}"/>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7" name="Freeform 13">
              <a:extLst>
                <a:ext uri="{FF2B5EF4-FFF2-40B4-BE49-F238E27FC236}">
                  <a16:creationId xmlns:a16="http://schemas.microsoft.com/office/drawing/2014/main" id="{55877F46-FE15-EE6B-7255-F5187038A7A8}"/>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8" name="Freeform 14">
              <a:extLst>
                <a:ext uri="{FF2B5EF4-FFF2-40B4-BE49-F238E27FC236}">
                  <a16:creationId xmlns:a16="http://schemas.microsoft.com/office/drawing/2014/main" id="{F62DDA2E-E23F-3C1F-FBA8-13E4AE5F3526}"/>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spTree>
    <p:extLst>
      <p:ext uri="{BB962C8B-B14F-4D97-AF65-F5344CB8AC3E}">
        <p14:creationId xmlns:p14="http://schemas.microsoft.com/office/powerpoint/2010/main" val="33806626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8.4 - End PurpleBlue2">
    <p:bg>
      <p:bgPr>
        <a:solidFill>
          <a:schemeClr val="tx1"/>
        </a:solidFill>
        <a:effectLst/>
      </p:bgPr>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3465075C-3A04-8F21-2D96-F11146239A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3" name="Graphic 3">
            <a:extLst>
              <a:ext uri="{FF2B5EF4-FFF2-40B4-BE49-F238E27FC236}">
                <a16:creationId xmlns:a16="http://schemas.microsoft.com/office/drawing/2014/main" id="{A77D7537-AB6E-150C-8EAC-2488703A5501}"/>
              </a:ext>
            </a:extLst>
          </p:cNvPr>
          <p:cNvGrpSpPr/>
          <p:nvPr userDrawn="1"/>
        </p:nvGrpSpPr>
        <p:grpSpPr>
          <a:xfrm>
            <a:off x="1833317" y="1954988"/>
            <a:ext cx="5477366" cy="1233523"/>
            <a:chOff x="469958" y="1647414"/>
            <a:chExt cx="8205029" cy="1847802"/>
          </a:xfrm>
          <a:solidFill>
            <a:schemeClr val="bg1"/>
          </a:solidFill>
        </p:grpSpPr>
        <p:sp>
          <p:nvSpPr>
            <p:cNvPr id="4" name="Freeform 10">
              <a:extLst>
                <a:ext uri="{FF2B5EF4-FFF2-40B4-BE49-F238E27FC236}">
                  <a16:creationId xmlns:a16="http://schemas.microsoft.com/office/drawing/2014/main" id="{B6DD48B6-4C1B-73D2-03B9-15D30FCE5E9E}"/>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5" name="Freeform 11">
              <a:extLst>
                <a:ext uri="{FF2B5EF4-FFF2-40B4-BE49-F238E27FC236}">
                  <a16:creationId xmlns:a16="http://schemas.microsoft.com/office/drawing/2014/main" id="{64D70B58-DDCB-C449-2352-59773ED88AE4}"/>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6" name="Freeform 12">
              <a:extLst>
                <a:ext uri="{FF2B5EF4-FFF2-40B4-BE49-F238E27FC236}">
                  <a16:creationId xmlns:a16="http://schemas.microsoft.com/office/drawing/2014/main" id="{609F40CE-5FD9-0148-24E8-B471F0E808BF}"/>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7" name="Freeform 13">
              <a:extLst>
                <a:ext uri="{FF2B5EF4-FFF2-40B4-BE49-F238E27FC236}">
                  <a16:creationId xmlns:a16="http://schemas.microsoft.com/office/drawing/2014/main" id="{921AF8C9-7D93-7437-46E4-70C04BC1FCD9}"/>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8" name="Freeform 14">
              <a:extLst>
                <a:ext uri="{FF2B5EF4-FFF2-40B4-BE49-F238E27FC236}">
                  <a16:creationId xmlns:a16="http://schemas.microsoft.com/office/drawing/2014/main" id="{A4086F6C-E115-654F-39E3-04AE3FA56022}"/>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spTree>
    <p:extLst>
      <p:ext uri="{BB962C8B-B14F-4D97-AF65-F5344CB8AC3E}">
        <p14:creationId xmlns:p14="http://schemas.microsoft.com/office/powerpoint/2010/main" val="75271785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8.5 - End BluePink1">
    <p:bg>
      <p:bgPr>
        <a:solidFill>
          <a:schemeClr val="tx1"/>
        </a:solidFill>
        <a:effectLst/>
      </p:bgPr>
    </p:bg>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439F40A4-C4FE-CE81-4DDE-1096BF05B17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3" name="Graphic 3">
            <a:extLst>
              <a:ext uri="{FF2B5EF4-FFF2-40B4-BE49-F238E27FC236}">
                <a16:creationId xmlns:a16="http://schemas.microsoft.com/office/drawing/2014/main" id="{04350EF6-70D2-8CA6-C8B4-23AD48C51B92}"/>
              </a:ext>
            </a:extLst>
          </p:cNvPr>
          <p:cNvGrpSpPr/>
          <p:nvPr userDrawn="1"/>
        </p:nvGrpSpPr>
        <p:grpSpPr>
          <a:xfrm>
            <a:off x="1833317" y="1954988"/>
            <a:ext cx="5477366" cy="1233523"/>
            <a:chOff x="469958" y="1647414"/>
            <a:chExt cx="8205029" cy="1847802"/>
          </a:xfrm>
          <a:solidFill>
            <a:schemeClr val="bg1"/>
          </a:solidFill>
        </p:grpSpPr>
        <p:sp>
          <p:nvSpPr>
            <p:cNvPr id="4" name="Freeform 10">
              <a:extLst>
                <a:ext uri="{FF2B5EF4-FFF2-40B4-BE49-F238E27FC236}">
                  <a16:creationId xmlns:a16="http://schemas.microsoft.com/office/drawing/2014/main" id="{E3C5F24B-DEBE-91F4-60EF-98DB9598FC4B}"/>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5" name="Freeform 11">
              <a:extLst>
                <a:ext uri="{FF2B5EF4-FFF2-40B4-BE49-F238E27FC236}">
                  <a16:creationId xmlns:a16="http://schemas.microsoft.com/office/drawing/2014/main" id="{0430F02E-A1F8-79E9-1749-B79A96144EDF}"/>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6" name="Freeform 12">
              <a:extLst>
                <a:ext uri="{FF2B5EF4-FFF2-40B4-BE49-F238E27FC236}">
                  <a16:creationId xmlns:a16="http://schemas.microsoft.com/office/drawing/2014/main" id="{FABBDCAD-55AC-A504-7AB9-9EA8B4E0982A}"/>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7" name="Freeform 13">
              <a:extLst>
                <a:ext uri="{FF2B5EF4-FFF2-40B4-BE49-F238E27FC236}">
                  <a16:creationId xmlns:a16="http://schemas.microsoft.com/office/drawing/2014/main" id="{3870B6CA-17E5-8094-AABA-A4EB4CF4DD7D}"/>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8" name="Freeform 14">
              <a:extLst>
                <a:ext uri="{FF2B5EF4-FFF2-40B4-BE49-F238E27FC236}">
                  <a16:creationId xmlns:a16="http://schemas.microsoft.com/office/drawing/2014/main" id="{AB471460-440F-63D0-B43A-D4E98094F4B1}"/>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spTree>
    <p:extLst>
      <p:ext uri="{BB962C8B-B14F-4D97-AF65-F5344CB8AC3E}">
        <p14:creationId xmlns:p14="http://schemas.microsoft.com/office/powerpoint/2010/main" val="35369422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8.6 - End Pink1">
    <p:bg>
      <p:bgPr>
        <a:solidFill>
          <a:schemeClr val="tx1"/>
        </a:solidFill>
        <a:effectLst/>
      </p:bgPr>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21011232-FEC1-556E-5D81-2627C46F6DF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3" name="Graphic 3">
            <a:extLst>
              <a:ext uri="{FF2B5EF4-FFF2-40B4-BE49-F238E27FC236}">
                <a16:creationId xmlns:a16="http://schemas.microsoft.com/office/drawing/2014/main" id="{E305D3B8-631A-ECF6-F436-B2BCDEC1D146}"/>
              </a:ext>
            </a:extLst>
          </p:cNvPr>
          <p:cNvGrpSpPr/>
          <p:nvPr userDrawn="1"/>
        </p:nvGrpSpPr>
        <p:grpSpPr>
          <a:xfrm>
            <a:off x="1833317" y="1954988"/>
            <a:ext cx="5477366" cy="1233523"/>
            <a:chOff x="469958" y="1647414"/>
            <a:chExt cx="8205029" cy="1847802"/>
          </a:xfrm>
          <a:solidFill>
            <a:schemeClr val="bg1"/>
          </a:solidFill>
        </p:grpSpPr>
        <p:sp>
          <p:nvSpPr>
            <p:cNvPr id="4" name="Freeform 10">
              <a:extLst>
                <a:ext uri="{FF2B5EF4-FFF2-40B4-BE49-F238E27FC236}">
                  <a16:creationId xmlns:a16="http://schemas.microsoft.com/office/drawing/2014/main" id="{A5AA4292-461B-4E6C-D0DF-22D79FF5659C}"/>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5" name="Freeform 11">
              <a:extLst>
                <a:ext uri="{FF2B5EF4-FFF2-40B4-BE49-F238E27FC236}">
                  <a16:creationId xmlns:a16="http://schemas.microsoft.com/office/drawing/2014/main" id="{E83B83EF-F13E-0C9F-A72E-1028FFB5C1A3}"/>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6" name="Freeform 12">
              <a:extLst>
                <a:ext uri="{FF2B5EF4-FFF2-40B4-BE49-F238E27FC236}">
                  <a16:creationId xmlns:a16="http://schemas.microsoft.com/office/drawing/2014/main" id="{7583F4ED-E4FB-BC79-63D6-917602298C36}"/>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7" name="Freeform 13">
              <a:extLst>
                <a:ext uri="{FF2B5EF4-FFF2-40B4-BE49-F238E27FC236}">
                  <a16:creationId xmlns:a16="http://schemas.microsoft.com/office/drawing/2014/main" id="{D7AF8DF3-63F0-80CE-4E26-5256A0E02487}"/>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8" name="Freeform 14">
              <a:extLst>
                <a:ext uri="{FF2B5EF4-FFF2-40B4-BE49-F238E27FC236}">
                  <a16:creationId xmlns:a16="http://schemas.microsoft.com/office/drawing/2014/main" id="{AD0AD8F7-2131-0B88-1728-D3CA421A2D28}"/>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spTree>
    <p:extLst>
      <p:ext uri="{BB962C8B-B14F-4D97-AF65-F5344CB8AC3E}">
        <p14:creationId xmlns:p14="http://schemas.microsoft.com/office/powerpoint/2010/main" val="184266987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8.7 - Divider Orange1">
    <p:bg>
      <p:bgPr>
        <a:solidFill>
          <a:schemeClr val="tx1"/>
        </a:solidFill>
        <a:effectLst/>
      </p:bgPr>
    </p:bg>
    <p:spTree>
      <p:nvGrpSpPr>
        <p:cNvPr id="1" name=""/>
        <p:cNvGrpSpPr/>
        <p:nvPr/>
      </p:nvGrpSpPr>
      <p:grpSpPr>
        <a:xfrm>
          <a:off x="0" y="0"/>
          <a:ext cx="0" cy="0"/>
          <a:chOff x="0" y="0"/>
          <a:chExt cx="0" cy="0"/>
        </a:xfrm>
      </p:grpSpPr>
      <p:pic>
        <p:nvPicPr>
          <p:cNvPr id="9" name="Picture 8" descr="Background pattern&#10;&#10;Description automatically generated">
            <a:extLst>
              <a:ext uri="{FF2B5EF4-FFF2-40B4-BE49-F238E27FC236}">
                <a16:creationId xmlns:a16="http://schemas.microsoft.com/office/drawing/2014/main" id="{AC7C13A4-489B-3211-82FF-868A0A256EF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flipH="1">
            <a:off x="0" y="0"/>
            <a:ext cx="9144000" cy="5143500"/>
          </a:xfrm>
          <a:prstGeom prst="rect">
            <a:avLst/>
          </a:prstGeom>
        </p:spPr>
      </p:pic>
      <p:grpSp>
        <p:nvGrpSpPr>
          <p:cNvPr id="3" name="Graphic 3">
            <a:extLst>
              <a:ext uri="{FF2B5EF4-FFF2-40B4-BE49-F238E27FC236}">
                <a16:creationId xmlns:a16="http://schemas.microsoft.com/office/drawing/2014/main" id="{7490672C-BECC-A8CE-2FB2-AF9FB16315DB}"/>
              </a:ext>
            </a:extLst>
          </p:cNvPr>
          <p:cNvGrpSpPr/>
          <p:nvPr userDrawn="1"/>
        </p:nvGrpSpPr>
        <p:grpSpPr>
          <a:xfrm>
            <a:off x="1833317" y="1954988"/>
            <a:ext cx="5477366" cy="1233523"/>
            <a:chOff x="469958" y="1647414"/>
            <a:chExt cx="8205029" cy="1847802"/>
          </a:xfrm>
          <a:solidFill>
            <a:schemeClr val="bg1"/>
          </a:solidFill>
        </p:grpSpPr>
        <p:sp>
          <p:nvSpPr>
            <p:cNvPr id="4" name="Freeform 10">
              <a:extLst>
                <a:ext uri="{FF2B5EF4-FFF2-40B4-BE49-F238E27FC236}">
                  <a16:creationId xmlns:a16="http://schemas.microsoft.com/office/drawing/2014/main" id="{A3EA2D57-26D4-3FE7-0AD1-EEED4BE8BED6}"/>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5" name="Freeform 11">
              <a:extLst>
                <a:ext uri="{FF2B5EF4-FFF2-40B4-BE49-F238E27FC236}">
                  <a16:creationId xmlns:a16="http://schemas.microsoft.com/office/drawing/2014/main" id="{3244009B-B9FA-D5C6-D5E3-5563DC7638F9}"/>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6" name="Freeform 12">
              <a:extLst>
                <a:ext uri="{FF2B5EF4-FFF2-40B4-BE49-F238E27FC236}">
                  <a16:creationId xmlns:a16="http://schemas.microsoft.com/office/drawing/2014/main" id="{2FD42FBA-921E-BB93-CEB5-51CAED5F5997}"/>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7" name="Freeform 13">
              <a:extLst>
                <a:ext uri="{FF2B5EF4-FFF2-40B4-BE49-F238E27FC236}">
                  <a16:creationId xmlns:a16="http://schemas.microsoft.com/office/drawing/2014/main" id="{DADC54FF-C0E3-D235-2C4E-2FB66C6E9ED7}"/>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8" name="Freeform 14">
              <a:extLst>
                <a:ext uri="{FF2B5EF4-FFF2-40B4-BE49-F238E27FC236}">
                  <a16:creationId xmlns:a16="http://schemas.microsoft.com/office/drawing/2014/main" id="{8E3A682F-0F88-48F0-97B1-60B5B2477F92}"/>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spTree>
    <p:extLst>
      <p:ext uri="{BB962C8B-B14F-4D97-AF65-F5344CB8AC3E}">
        <p14:creationId xmlns:p14="http://schemas.microsoft.com/office/powerpoint/2010/main" val="151156547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8.8 - Divider White">
    <p:bg>
      <p:bgPr>
        <a:solidFill>
          <a:schemeClr val="bg1"/>
        </a:solidFill>
        <a:effectLst/>
      </p:bgPr>
    </p:bg>
    <p:spTree>
      <p:nvGrpSpPr>
        <p:cNvPr id="1" name=""/>
        <p:cNvGrpSpPr/>
        <p:nvPr/>
      </p:nvGrpSpPr>
      <p:grpSpPr>
        <a:xfrm>
          <a:off x="0" y="0"/>
          <a:ext cx="0" cy="0"/>
          <a:chOff x="0" y="0"/>
          <a:chExt cx="0" cy="0"/>
        </a:xfrm>
      </p:grpSpPr>
      <p:grpSp>
        <p:nvGrpSpPr>
          <p:cNvPr id="2" name="Graphic 3">
            <a:extLst>
              <a:ext uri="{FF2B5EF4-FFF2-40B4-BE49-F238E27FC236}">
                <a16:creationId xmlns:a16="http://schemas.microsoft.com/office/drawing/2014/main" id="{46DC4F6B-8D28-1514-E83F-9C8BC35CC881}"/>
              </a:ext>
            </a:extLst>
          </p:cNvPr>
          <p:cNvGrpSpPr/>
          <p:nvPr userDrawn="1"/>
        </p:nvGrpSpPr>
        <p:grpSpPr>
          <a:xfrm>
            <a:off x="1833317" y="1954988"/>
            <a:ext cx="5477366" cy="1233523"/>
            <a:chOff x="469958" y="1647414"/>
            <a:chExt cx="8205029" cy="1847802"/>
          </a:xfrm>
          <a:solidFill>
            <a:schemeClr val="accent1"/>
          </a:solidFill>
        </p:grpSpPr>
        <p:sp>
          <p:nvSpPr>
            <p:cNvPr id="3" name="Freeform 10">
              <a:extLst>
                <a:ext uri="{FF2B5EF4-FFF2-40B4-BE49-F238E27FC236}">
                  <a16:creationId xmlns:a16="http://schemas.microsoft.com/office/drawing/2014/main" id="{528AAC0C-F8F7-997C-49C5-2DDCFFEF4C2F}"/>
                </a:ext>
              </a:extLst>
            </p:cNvPr>
            <p:cNvSpPr/>
            <p:nvPr/>
          </p:nvSpPr>
          <p:spPr>
            <a:xfrm>
              <a:off x="6648498" y="1648478"/>
              <a:ext cx="2026489" cy="1793370"/>
            </a:xfrm>
            <a:custGeom>
              <a:avLst/>
              <a:gdLst>
                <a:gd name="connsiteX0" fmla="*/ 1019683 w 2026489"/>
                <a:gd name="connsiteY0" fmla="*/ 11431 h 1793370"/>
                <a:gd name="connsiteX1" fmla="*/ 1013215 w 2026489"/>
                <a:gd name="connsiteY1" fmla="*/ 0 h 1793370"/>
                <a:gd name="connsiteX2" fmla="*/ 864805 w 2026489"/>
                <a:gd name="connsiteY2" fmla="*/ 264656 h 1793370"/>
                <a:gd name="connsiteX3" fmla="*/ 1366453 w 2026489"/>
                <a:gd name="connsiteY3" fmla="*/ 1150009 h 1793370"/>
                <a:gd name="connsiteX4" fmla="*/ 362940 w 2026489"/>
                <a:gd name="connsiteY4" fmla="*/ 1150009 h 1793370"/>
                <a:gd name="connsiteX5" fmla="*/ 0 w 2026489"/>
                <a:gd name="connsiteY5" fmla="*/ 1793331 h 1793370"/>
                <a:gd name="connsiteX6" fmla="*/ 299127 w 2026489"/>
                <a:gd name="connsiteY6" fmla="*/ 1793370 h 1793370"/>
                <a:gd name="connsiteX7" fmla="*/ 517917 w 2026489"/>
                <a:gd name="connsiteY7" fmla="*/ 1406250 h 1793370"/>
                <a:gd name="connsiteX8" fmla="*/ 1508375 w 2026489"/>
                <a:gd name="connsiteY8" fmla="*/ 1406250 h 1793370"/>
                <a:gd name="connsiteX9" fmla="*/ 1727480 w 2026489"/>
                <a:gd name="connsiteY9" fmla="*/ 1793370 h 1793370"/>
                <a:gd name="connsiteX10" fmla="*/ 2026490 w 2026489"/>
                <a:gd name="connsiteY10" fmla="*/ 1793331 h 1793370"/>
                <a:gd name="connsiteX11" fmla="*/ 1019683 w 2026489"/>
                <a:gd name="connsiteY11" fmla="*/ 11431 h 179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26489" h="1793370">
                  <a:moveTo>
                    <a:pt x="1019683" y="11431"/>
                  </a:moveTo>
                  <a:lnTo>
                    <a:pt x="1013215" y="0"/>
                  </a:lnTo>
                  <a:lnTo>
                    <a:pt x="864805" y="264656"/>
                  </a:lnTo>
                  <a:lnTo>
                    <a:pt x="1366453" y="1150009"/>
                  </a:lnTo>
                  <a:lnTo>
                    <a:pt x="362940" y="1150009"/>
                  </a:lnTo>
                  <a:lnTo>
                    <a:pt x="0" y="1793331"/>
                  </a:lnTo>
                  <a:lnTo>
                    <a:pt x="299127" y="1793370"/>
                  </a:lnTo>
                  <a:lnTo>
                    <a:pt x="517917" y="1406250"/>
                  </a:lnTo>
                  <a:lnTo>
                    <a:pt x="1508375" y="1406250"/>
                  </a:lnTo>
                  <a:lnTo>
                    <a:pt x="1727480" y="1793370"/>
                  </a:lnTo>
                  <a:lnTo>
                    <a:pt x="2026490" y="1793331"/>
                  </a:lnTo>
                  <a:lnTo>
                    <a:pt x="1019683" y="11431"/>
                  </a:lnTo>
                  <a:close/>
                </a:path>
              </a:pathLst>
            </a:custGeom>
            <a:grpFill/>
            <a:ln w="1972" cap="flat">
              <a:noFill/>
              <a:prstDash val="solid"/>
              <a:miter/>
            </a:ln>
          </p:spPr>
          <p:txBody>
            <a:bodyPr rtlCol="0" anchor="ctr"/>
            <a:lstStyle/>
            <a:p>
              <a:endParaRPr lang="en-US"/>
            </a:p>
          </p:txBody>
        </p:sp>
        <p:sp>
          <p:nvSpPr>
            <p:cNvPr id="4" name="Freeform 11">
              <a:extLst>
                <a:ext uri="{FF2B5EF4-FFF2-40B4-BE49-F238E27FC236}">
                  <a16:creationId xmlns:a16="http://schemas.microsoft.com/office/drawing/2014/main" id="{709A296F-6430-7EEE-74D0-2B39CDE8E8CE}"/>
                </a:ext>
              </a:extLst>
            </p:cNvPr>
            <p:cNvSpPr/>
            <p:nvPr/>
          </p:nvSpPr>
          <p:spPr>
            <a:xfrm>
              <a:off x="6141802" y="1706399"/>
              <a:ext cx="271953" cy="1735409"/>
            </a:xfrm>
            <a:custGeom>
              <a:avLst/>
              <a:gdLst>
                <a:gd name="connsiteX0" fmla="*/ 39 w 271953"/>
                <a:gd name="connsiteY0" fmla="*/ 0 h 1735409"/>
                <a:gd name="connsiteX1" fmla="*/ 0 w 271953"/>
                <a:gd name="connsiteY1" fmla="*/ 1735409 h 1735409"/>
                <a:gd name="connsiteX2" fmla="*/ 271934 w 271953"/>
                <a:gd name="connsiteY2" fmla="*/ 1735409 h 1735409"/>
                <a:gd name="connsiteX3" fmla="*/ 271953 w 271953"/>
                <a:gd name="connsiteY3" fmla="*/ 218776 h 1735409"/>
                <a:gd name="connsiteX4" fmla="*/ 271953 w 271953"/>
                <a:gd name="connsiteY4" fmla="*/ 0 h 1735409"/>
                <a:gd name="connsiteX5" fmla="*/ 39 w 271953"/>
                <a:gd name="connsiteY5" fmla="*/ 0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953" h="1735409">
                  <a:moveTo>
                    <a:pt x="39" y="0"/>
                  </a:moveTo>
                  <a:lnTo>
                    <a:pt x="0" y="1735409"/>
                  </a:lnTo>
                  <a:lnTo>
                    <a:pt x="271934" y="1735409"/>
                  </a:lnTo>
                  <a:lnTo>
                    <a:pt x="271953" y="218776"/>
                  </a:lnTo>
                  <a:lnTo>
                    <a:pt x="271953" y="0"/>
                  </a:lnTo>
                  <a:lnTo>
                    <a:pt x="39" y="0"/>
                  </a:lnTo>
                  <a:close/>
                </a:path>
              </a:pathLst>
            </a:custGeom>
            <a:grpFill/>
            <a:ln w="1972" cap="flat">
              <a:noFill/>
              <a:prstDash val="solid"/>
              <a:miter/>
            </a:ln>
          </p:spPr>
          <p:txBody>
            <a:bodyPr rtlCol="0" anchor="ctr"/>
            <a:lstStyle/>
            <a:p>
              <a:endParaRPr lang="en-US"/>
            </a:p>
          </p:txBody>
        </p:sp>
        <p:sp>
          <p:nvSpPr>
            <p:cNvPr id="5" name="Freeform 12">
              <a:extLst>
                <a:ext uri="{FF2B5EF4-FFF2-40B4-BE49-F238E27FC236}">
                  <a16:creationId xmlns:a16="http://schemas.microsoft.com/office/drawing/2014/main" id="{98732BD3-7687-3964-C382-BE79A1668857}"/>
                </a:ext>
              </a:extLst>
            </p:cNvPr>
            <p:cNvSpPr/>
            <p:nvPr/>
          </p:nvSpPr>
          <p:spPr>
            <a:xfrm>
              <a:off x="4382809" y="1706399"/>
              <a:ext cx="1429220" cy="1735409"/>
            </a:xfrm>
            <a:custGeom>
              <a:avLst/>
              <a:gdLst>
                <a:gd name="connsiteX0" fmla="*/ 403030 w 1429220"/>
                <a:gd name="connsiteY0" fmla="*/ 867715 h 1735409"/>
                <a:gd name="connsiteX1" fmla="*/ 1429102 w 1429220"/>
                <a:gd name="connsiteY1" fmla="*/ 0 h 1735409"/>
                <a:gd name="connsiteX2" fmla="*/ 1026072 w 1429220"/>
                <a:gd name="connsiteY2" fmla="*/ 0 h 1735409"/>
                <a:gd name="connsiteX3" fmla="*/ 6665 w 1429220"/>
                <a:gd name="connsiteY3" fmla="*/ 862058 h 1735409"/>
                <a:gd name="connsiteX4" fmla="*/ 0 w 1429220"/>
                <a:gd name="connsiteY4" fmla="*/ 867715 h 1735409"/>
                <a:gd name="connsiteX5" fmla="*/ 1024022 w 1429220"/>
                <a:gd name="connsiteY5" fmla="*/ 1733655 h 1735409"/>
                <a:gd name="connsiteX6" fmla="*/ 1026072 w 1429220"/>
                <a:gd name="connsiteY6" fmla="*/ 1735409 h 1735409"/>
                <a:gd name="connsiteX7" fmla="*/ 1429221 w 1429220"/>
                <a:gd name="connsiteY7" fmla="*/ 1735409 h 1735409"/>
                <a:gd name="connsiteX8" fmla="*/ 403030 w 1429220"/>
                <a:gd name="connsiteY8" fmla="*/ 867715 h 1735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9220" h="1735409">
                  <a:moveTo>
                    <a:pt x="403030" y="867715"/>
                  </a:moveTo>
                  <a:lnTo>
                    <a:pt x="1429102" y="0"/>
                  </a:lnTo>
                  <a:lnTo>
                    <a:pt x="1026072" y="0"/>
                  </a:lnTo>
                  <a:lnTo>
                    <a:pt x="6665" y="862058"/>
                  </a:lnTo>
                  <a:lnTo>
                    <a:pt x="0" y="867715"/>
                  </a:lnTo>
                  <a:lnTo>
                    <a:pt x="1024022" y="1733655"/>
                  </a:lnTo>
                  <a:lnTo>
                    <a:pt x="1026072" y="1735409"/>
                  </a:lnTo>
                  <a:lnTo>
                    <a:pt x="1429221" y="1735409"/>
                  </a:lnTo>
                  <a:lnTo>
                    <a:pt x="403030" y="867715"/>
                  </a:lnTo>
                  <a:close/>
                </a:path>
              </a:pathLst>
            </a:custGeom>
            <a:grpFill/>
            <a:ln w="1972" cap="flat">
              <a:noFill/>
              <a:prstDash val="solid"/>
              <a:miter/>
            </a:ln>
          </p:spPr>
          <p:txBody>
            <a:bodyPr rtlCol="0" anchor="ctr"/>
            <a:lstStyle/>
            <a:p>
              <a:endParaRPr lang="en-US"/>
            </a:p>
          </p:txBody>
        </p:sp>
        <p:sp>
          <p:nvSpPr>
            <p:cNvPr id="6" name="Freeform 13">
              <a:extLst>
                <a:ext uri="{FF2B5EF4-FFF2-40B4-BE49-F238E27FC236}">
                  <a16:creationId xmlns:a16="http://schemas.microsoft.com/office/drawing/2014/main" id="{9F629670-5E2F-8BFA-0D73-6127F5336BE0}"/>
                </a:ext>
              </a:extLst>
            </p:cNvPr>
            <p:cNvSpPr/>
            <p:nvPr/>
          </p:nvSpPr>
          <p:spPr>
            <a:xfrm>
              <a:off x="2295838" y="1674374"/>
              <a:ext cx="1881493" cy="1794690"/>
            </a:xfrm>
            <a:custGeom>
              <a:avLst/>
              <a:gdLst>
                <a:gd name="connsiteX0" fmla="*/ 1814643 w 1881493"/>
                <a:gd name="connsiteY0" fmla="*/ 547443 h 1794690"/>
                <a:gd name="connsiteX1" fmla="*/ 1612674 w 1881493"/>
                <a:gd name="connsiteY1" fmla="*/ 257739 h 1794690"/>
                <a:gd name="connsiteX2" fmla="*/ 1309110 w 1881493"/>
                <a:gd name="connsiteY2" fmla="*/ 64720 h 1794690"/>
                <a:gd name="connsiteX3" fmla="*/ 937848 w 1881493"/>
                <a:gd name="connsiteY3" fmla="*/ 0 h 1794690"/>
                <a:gd name="connsiteX4" fmla="*/ 935876 w 1881493"/>
                <a:gd name="connsiteY4" fmla="*/ 0 h 1794690"/>
                <a:gd name="connsiteX5" fmla="*/ 567434 w 1881493"/>
                <a:gd name="connsiteY5" fmla="*/ 63577 h 1794690"/>
                <a:gd name="connsiteX6" fmla="*/ 266532 w 1881493"/>
                <a:gd name="connsiteY6" fmla="*/ 255669 h 1794690"/>
                <a:gd name="connsiteX7" fmla="*/ 66910 w 1881493"/>
                <a:gd name="connsiteY7" fmla="*/ 546044 h 1794690"/>
                <a:gd name="connsiteX8" fmla="*/ 1 w 1881493"/>
                <a:gd name="connsiteY8" fmla="*/ 903997 h 1794690"/>
                <a:gd name="connsiteX9" fmla="*/ 65352 w 1881493"/>
                <a:gd name="connsiteY9" fmla="*/ 1253928 h 1794690"/>
                <a:gd name="connsiteX10" fmla="*/ 262687 w 1881493"/>
                <a:gd name="connsiteY10" fmla="*/ 1540085 h 1794690"/>
                <a:gd name="connsiteX11" fmla="*/ 559113 w 1881493"/>
                <a:gd name="connsiteY11" fmla="*/ 1730758 h 1794690"/>
                <a:gd name="connsiteX12" fmla="*/ 921382 w 1881493"/>
                <a:gd name="connsiteY12" fmla="*/ 1794691 h 1794690"/>
                <a:gd name="connsiteX13" fmla="*/ 923354 w 1881493"/>
                <a:gd name="connsiteY13" fmla="*/ 1794691 h 1794690"/>
                <a:gd name="connsiteX14" fmla="*/ 1299861 w 1881493"/>
                <a:gd name="connsiteY14" fmla="*/ 1731941 h 1794690"/>
                <a:gd name="connsiteX15" fmla="*/ 1608040 w 1881493"/>
                <a:gd name="connsiteY15" fmla="*/ 1542253 h 1794690"/>
                <a:gd name="connsiteX16" fmla="*/ 1812848 w 1881493"/>
                <a:gd name="connsiteY16" fmla="*/ 1255446 h 1794690"/>
                <a:gd name="connsiteX17" fmla="*/ 1881493 w 1881493"/>
                <a:gd name="connsiteY17" fmla="*/ 901927 h 1794690"/>
                <a:gd name="connsiteX18" fmla="*/ 1814643 w 1881493"/>
                <a:gd name="connsiteY18" fmla="*/ 547443 h 1794690"/>
                <a:gd name="connsiteX19" fmla="*/ 1417982 w 1881493"/>
                <a:gd name="connsiteY19" fmla="*/ 1364193 h 1794690"/>
                <a:gd name="connsiteX20" fmla="*/ 1201815 w 1881493"/>
                <a:gd name="connsiteY20" fmla="*/ 1504808 h 1794690"/>
                <a:gd name="connsiteX21" fmla="*/ 939288 w 1881493"/>
                <a:gd name="connsiteY21" fmla="*/ 1551398 h 1794690"/>
                <a:gd name="connsiteX22" fmla="*/ 937947 w 1881493"/>
                <a:gd name="connsiteY22" fmla="*/ 1551398 h 1794690"/>
                <a:gd name="connsiteX23" fmla="*/ 675675 w 1881493"/>
                <a:gd name="connsiteY23" fmla="*/ 1504907 h 1794690"/>
                <a:gd name="connsiteX24" fmla="*/ 461638 w 1881493"/>
                <a:gd name="connsiteY24" fmla="*/ 1366420 h 1794690"/>
                <a:gd name="connsiteX25" fmla="*/ 319322 w 1881493"/>
                <a:gd name="connsiteY25" fmla="*/ 1158779 h 1794690"/>
                <a:gd name="connsiteX26" fmla="*/ 272172 w 1881493"/>
                <a:gd name="connsiteY26" fmla="*/ 904411 h 1794690"/>
                <a:gd name="connsiteX27" fmla="*/ 319972 w 1881493"/>
                <a:gd name="connsiteY27" fmla="*/ 643598 h 1794690"/>
                <a:gd name="connsiteX28" fmla="*/ 462467 w 1881493"/>
                <a:gd name="connsiteY28" fmla="*/ 434281 h 1794690"/>
                <a:gd name="connsiteX29" fmla="*/ 678574 w 1881493"/>
                <a:gd name="connsiteY29" fmla="*/ 296484 h 1794690"/>
                <a:gd name="connsiteX30" fmla="*/ 946071 w 1881493"/>
                <a:gd name="connsiteY30" fmla="*/ 250782 h 1794690"/>
                <a:gd name="connsiteX31" fmla="*/ 947491 w 1881493"/>
                <a:gd name="connsiteY31" fmla="*/ 250782 h 1794690"/>
                <a:gd name="connsiteX32" fmla="*/ 1205621 w 1881493"/>
                <a:gd name="connsiteY32" fmla="*/ 297706 h 1794690"/>
                <a:gd name="connsiteX33" fmla="*/ 1419520 w 1881493"/>
                <a:gd name="connsiteY33" fmla="*/ 437631 h 1794690"/>
                <a:gd name="connsiteX34" fmla="*/ 1563217 w 1881493"/>
                <a:gd name="connsiteY34" fmla="*/ 645470 h 1794690"/>
                <a:gd name="connsiteX35" fmla="*/ 1610860 w 1881493"/>
                <a:gd name="connsiteY35" fmla="*/ 896547 h 1794690"/>
                <a:gd name="connsiteX36" fmla="*/ 1599324 w 1881493"/>
                <a:gd name="connsiteY36" fmla="*/ 1027229 h 1794690"/>
                <a:gd name="connsiteX37" fmla="*/ 1417982 w 1881493"/>
                <a:gd name="connsiteY37" fmla="*/ 1364193 h 1794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81493" h="1794690">
                  <a:moveTo>
                    <a:pt x="1814643" y="547443"/>
                  </a:moveTo>
                  <a:cubicBezTo>
                    <a:pt x="1769998" y="440528"/>
                    <a:pt x="1702043" y="343054"/>
                    <a:pt x="1612674" y="257739"/>
                  </a:cubicBezTo>
                  <a:cubicBezTo>
                    <a:pt x="1523305" y="172423"/>
                    <a:pt x="1421137" y="107486"/>
                    <a:pt x="1309110" y="64720"/>
                  </a:cubicBezTo>
                  <a:cubicBezTo>
                    <a:pt x="1197083" y="21954"/>
                    <a:pt x="1072277" y="197"/>
                    <a:pt x="937848" y="0"/>
                  </a:cubicBezTo>
                  <a:lnTo>
                    <a:pt x="935876" y="0"/>
                  </a:lnTo>
                  <a:cubicBezTo>
                    <a:pt x="802216" y="0"/>
                    <a:pt x="678258" y="21383"/>
                    <a:pt x="567434" y="63577"/>
                  </a:cubicBezTo>
                  <a:cubicBezTo>
                    <a:pt x="455979" y="106008"/>
                    <a:pt x="354738" y="170630"/>
                    <a:pt x="266532" y="255669"/>
                  </a:cubicBezTo>
                  <a:cubicBezTo>
                    <a:pt x="178326" y="340708"/>
                    <a:pt x="111121" y="438420"/>
                    <a:pt x="66910" y="546044"/>
                  </a:cubicBezTo>
                  <a:cubicBezTo>
                    <a:pt x="22699" y="653668"/>
                    <a:pt x="198" y="774024"/>
                    <a:pt x="1" y="903997"/>
                  </a:cubicBezTo>
                  <a:cubicBezTo>
                    <a:pt x="-196" y="1030659"/>
                    <a:pt x="21693" y="1148373"/>
                    <a:pt x="65352" y="1253928"/>
                  </a:cubicBezTo>
                  <a:cubicBezTo>
                    <a:pt x="109012" y="1359483"/>
                    <a:pt x="175349" y="1455795"/>
                    <a:pt x="262687" y="1540085"/>
                  </a:cubicBezTo>
                  <a:cubicBezTo>
                    <a:pt x="350025" y="1624376"/>
                    <a:pt x="449747" y="1688505"/>
                    <a:pt x="559113" y="1730758"/>
                  </a:cubicBezTo>
                  <a:cubicBezTo>
                    <a:pt x="668478" y="1773012"/>
                    <a:pt x="790266" y="1794493"/>
                    <a:pt x="921382" y="1794691"/>
                  </a:cubicBezTo>
                  <a:lnTo>
                    <a:pt x="923354" y="1794691"/>
                  </a:lnTo>
                  <a:cubicBezTo>
                    <a:pt x="1059834" y="1794691"/>
                    <a:pt x="1186513" y="1773583"/>
                    <a:pt x="1299861" y="1731941"/>
                  </a:cubicBezTo>
                  <a:cubicBezTo>
                    <a:pt x="1414196" y="1689845"/>
                    <a:pt x="1518986" y="1625359"/>
                    <a:pt x="1608040" y="1542253"/>
                  </a:cubicBezTo>
                  <a:cubicBezTo>
                    <a:pt x="1698553" y="1458219"/>
                    <a:pt x="1767473" y="1361730"/>
                    <a:pt x="1812848" y="1255446"/>
                  </a:cubicBezTo>
                  <a:cubicBezTo>
                    <a:pt x="1858223" y="1149162"/>
                    <a:pt x="1881295" y="1030264"/>
                    <a:pt x="1881493" y="901927"/>
                  </a:cubicBezTo>
                  <a:cubicBezTo>
                    <a:pt x="1881689" y="773590"/>
                    <a:pt x="1859268" y="654358"/>
                    <a:pt x="1814643" y="547443"/>
                  </a:cubicBezTo>
                  <a:close/>
                  <a:moveTo>
                    <a:pt x="1417982" y="1364193"/>
                  </a:moveTo>
                  <a:cubicBezTo>
                    <a:pt x="1354130" y="1426450"/>
                    <a:pt x="1281404" y="1473749"/>
                    <a:pt x="1201815" y="1504808"/>
                  </a:cubicBezTo>
                  <a:cubicBezTo>
                    <a:pt x="1122562" y="1535730"/>
                    <a:pt x="1034198" y="1551398"/>
                    <a:pt x="939288" y="1551398"/>
                  </a:cubicBezTo>
                  <a:lnTo>
                    <a:pt x="937947" y="1551398"/>
                  </a:lnTo>
                  <a:cubicBezTo>
                    <a:pt x="842898" y="1551240"/>
                    <a:pt x="754554" y="1535631"/>
                    <a:pt x="675675" y="1504907"/>
                  </a:cubicBezTo>
                  <a:cubicBezTo>
                    <a:pt x="596797" y="1474183"/>
                    <a:pt x="524702" y="1427653"/>
                    <a:pt x="461638" y="1366420"/>
                  </a:cubicBezTo>
                  <a:cubicBezTo>
                    <a:pt x="398575" y="1305188"/>
                    <a:pt x="350735" y="1235364"/>
                    <a:pt x="319322" y="1158779"/>
                  </a:cubicBezTo>
                  <a:cubicBezTo>
                    <a:pt x="287908" y="1082195"/>
                    <a:pt x="271995" y="996584"/>
                    <a:pt x="272172" y="904411"/>
                  </a:cubicBezTo>
                  <a:cubicBezTo>
                    <a:pt x="272310" y="809320"/>
                    <a:pt x="288401" y="721581"/>
                    <a:pt x="319972" y="643598"/>
                  </a:cubicBezTo>
                  <a:cubicBezTo>
                    <a:pt x="351544" y="565614"/>
                    <a:pt x="399462" y="495257"/>
                    <a:pt x="462467" y="434281"/>
                  </a:cubicBezTo>
                  <a:cubicBezTo>
                    <a:pt x="524288" y="374026"/>
                    <a:pt x="597842" y="327122"/>
                    <a:pt x="678574" y="296484"/>
                  </a:cubicBezTo>
                  <a:cubicBezTo>
                    <a:pt x="758656" y="266154"/>
                    <a:pt x="848656" y="250782"/>
                    <a:pt x="946071" y="250782"/>
                  </a:cubicBezTo>
                  <a:lnTo>
                    <a:pt x="947491" y="250782"/>
                  </a:lnTo>
                  <a:cubicBezTo>
                    <a:pt x="1040469" y="250920"/>
                    <a:pt x="1127314" y="266706"/>
                    <a:pt x="1205621" y="297706"/>
                  </a:cubicBezTo>
                  <a:cubicBezTo>
                    <a:pt x="1283928" y="328706"/>
                    <a:pt x="1355846" y="375749"/>
                    <a:pt x="1419520" y="437631"/>
                  </a:cubicBezTo>
                  <a:cubicBezTo>
                    <a:pt x="1483195" y="499514"/>
                    <a:pt x="1531488" y="569417"/>
                    <a:pt x="1563217" y="645470"/>
                  </a:cubicBezTo>
                  <a:cubicBezTo>
                    <a:pt x="1594946" y="721522"/>
                    <a:pt x="1610998" y="806069"/>
                    <a:pt x="1610860" y="896547"/>
                  </a:cubicBezTo>
                  <a:cubicBezTo>
                    <a:pt x="1610919" y="940365"/>
                    <a:pt x="1607054" y="984099"/>
                    <a:pt x="1599324" y="1027229"/>
                  </a:cubicBezTo>
                  <a:cubicBezTo>
                    <a:pt x="1575621" y="1156532"/>
                    <a:pt x="1514628" y="1269911"/>
                    <a:pt x="1417982" y="1364193"/>
                  </a:cubicBezTo>
                  <a:close/>
                </a:path>
              </a:pathLst>
            </a:custGeom>
            <a:grpFill/>
            <a:ln w="1972" cap="flat">
              <a:noFill/>
              <a:prstDash val="solid"/>
              <a:miter/>
            </a:ln>
          </p:spPr>
          <p:txBody>
            <a:bodyPr rtlCol="0" anchor="ctr"/>
            <a:lstStyle/>
            <a:p>
              <a:endParaRPr lang="en-US"/>
            </a:p>
          </p:txBody>
        </p:sp>
        <p:sp>
          <p:nvSpPr>
            <p:cNvPr id="7" name="Freeform 14">
              <a:extLst>
                <a:ext uri="{FF2B5EF4-FFF2-40B4-BE49-F238E27FC236}">
                  <a16:creationId xmlns:a16="http://schemas.microsoft.com/office/drawing/2014/main" id="{9B99146A-4055-2125-3098-1EF0E51C5852}"/>
                </a:ext>
              </a:extLst>
            </p:cNvPr>
            <p:cNvSpPr/>
            <p:nvPr/>
          </p:nvSpPr>
          <p:spPr>
            <a:xfrm>
              <a:off x="469958" y="1647414"/>
              <a:ext cx="1719691" cy="1847802"/>
            </a:xfrm>
            <a:custGeom>
              <a:avLst/>
              <a:gdLst>
                <a:gd name="connsiteX0" fmla="*/ 0 w 1719691"/>
                <a:gd name="connsiteY0" fmla="*/ 0 h 1847802"/>
                <a:gd name="connsiteX1" fmla="*/ 0 w 1719691"/>
                <a:gd name="connsiteY1" fmla="*/ 1794395 h 1847802"/>
                <a:gd name="connsiteX2" fmla="*/ 277515 w 1719691"/>
                <a:gd name="connsiteY2" fmla="*/ 1794395 h 1847802"/>
                <a:gd name="connsiteX3" fmla="*/ 277534 w 1719691"/>
                <a:gd name="connsiteY3" fmla="*/ 607611 h 1847802"/>
                <a:gd name="connsiteX4" fmla="*/ 1707485 w 1719691"/>
                <a:gd name="connsiteY4" fmla="*/ 1837299 h 1847802"/>
                <a:gd name="connsiteX5" fmla="*/ 1719691 w 1719691"/>
                <a:gd name="connsiteY5" fmla="*/ 1847803 h 1847802"/>
                <a:gd name="connsiteX6" fmla="*/ 1719691 w 1719691"/>
                <a:gd name="connsiteY6" fmla="*/ 1476350 h 1847802"/>
                <a:gd name="connsiteX7" fmla="*/ 0 w 1719691"/>
                <a:gd name="connsiteY7" fmla="*/ 0 h 184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9691" h="1847802">
                  <a:moveTo>
                    <a:pt x="0" y="0"/>
                  </a:moveTo>
                  <a:lnTo>
                    <a:pt x="0" y="1794395"/>
                  </a:lnTo>
                  <a:lnTo>
                    <a:pt x="277515" y="1794395"/>
                  </a:lnTo>
                  <a:lnTo>
                    <a:pt x="277534" y="607611"/>
                  </a:lnTo>
                  <a:lnTo>
                    <a:pt x="1707485" y="1837299"/>
                  </a:lnTo>
                  <a:lnTo>
                    <a:pt x="1719691" y="1847803"/>
                  </a:lnTo>
                  <a:lnTo>
                    <a:pt x="1719691" y="1476350"/>
                  </a:lnTo>
                  <a:lnTo>
                    <a:pt x="0" y="0"/>
                  </a:lnTo>
                  <a:close/>
                </a:path>
              </a:pathLst>
            </a:custGeom>
            <a:grpFill/>
            <a:ln w="1972" cap="flat">
              <a:noFill/>
              <a:prstDash val="solid"/>
              <a:miter/>
            </a:ln>
          </p:spPr>
          <p:txBody>
            <a:bodyPr rtlCol="0" anchor="ctr"/>
            <a:lstStyle/>
            <a:p>
              <a:endParaRPr lang="en-US"/>
            </a:p>
          </p:txBody>
        </p:sp>
      </p:grpSp>
    </p:spTree>
    <p:extLst>
      <p:ext uri="{BB962C8B-B14F-4D97-AF65-F5344CB8AC3E}">
        <p14:creationId xmlns:p14="http://schemas.microsoft.com/office/powerpoint/2010/main" val="52391674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1891639"/>
      </p:ext>
    </p:extLst>
  </p:cSld>
  <p:clrMap bg1="lt1" tx1="dk1" bg2="lt2" tx2="dk2" accent1="accent1" accent2="accent2" accent3="accent3" accent4="accent4" accent5="accent5" accent6="accent6" hlink="hlink" folHlink="folHlink"/>
  <p:sldLayoutIdLst>
    <p:sldLayoutId id="2147483663" r:id="rId1"/>
    <p:sldLayoutId id="2147483726" r:id="rId2"/>
    <p:sldLayoutId id="2147483776" r:id="rId3"/>
    <p:sldLayoutId id="2147483778" r:id="rId4"/>
    <p:sldLayoutId id="2147483779" r:id="rId5"/>
    <p:sldLayoutId id="2147483780" r:id="rId6"/>
    <p:sldLayoutId id="2147483781" r:id="rId7"/>
    <p:sldLayoutId id="2147483777" r:id="rId8"/>
    <p:sldLayoutId id="2147483796" r:id="rId9"/>
    <p:sldLayoutId id="2147483763" r:id="rId10"/>
    <p:sldLayoutId id="2147483794" r:id="rId11"/>
    <p:sldLayoutId id="2147483775" r:id="rId12"/>
    <p:sldLayoutId id="2147483795" r:id="rId13"/>
    <p:sldLayoutId id="2147483816" r:id="rId14"/>
    <p:sldLayoutId id="2147483817" r:id="rId15"/>
    <p:sldLayoutId id="2147483818" r:id="rId16"/>
    <p:sldLayoutId id="2147483819" r:id="rId17"/>
    <p:sldLayoutId id="2147483820" r:id="rId18"/>
    <p:sldLayoutId id="2147483821" r:id="rId19"/>
    <p:sldLayoutId id="2147483822" r:id="rId20"/>
    <p:sldLayoutId id="2147483823" r:id="rId21"/>
    <p:sldLayoutId id="2147483824" r:id="rId22"/>
    <p:sldLayoutId id="2147483753" r:id="rId23"/>
    <p:sldLayoutId id="2147483757" r:id="rId24"/>
    <p:sldLayoutId id="2147483758" r:id="rId25"/>
    <p:sldLayoutId id="2147483815" r:id="rId26"/>
    <p:sldLayoutId id="2147483760" r:id="rId27"/>
    <p:sldLayoutId id="2147483761" r:id="rId28"/>
    <p:sldLayoutId id="2147483762" r:id="rId29"/>
    <p:sldLayoutId id="2147483774" r:id="rId30"/>
    <p:sldLayoutId id="2147483755" r:id="rId31"/>
    <p:sldLayoutId id="2147483756" r:id="rId32"/>
    <p:sldLayoutId id="2147483793" r:id="rId33"/>
    <p:sldLayoutId id="2147483814" r:id="rId34"/>
    <p:sldLayoutId id="2147483751" r:id="rId35"/>
    <p:sldLayoutId id="2147483746" r:id="rId36"/>
    <p:sldLayoutId id="2147483791" r:id="rId37"/>
    <p:sldLayoutId id="2147483749" r:id="rId38"/>
    <p:sldLayoutId id="2147483747" r:id="rId39"/>
    <p:sldLayoutId id="2147483748" r:id="rId40"/>
    <p:sldLayoutId id="2147483750" r:id="rId41"/>
    <p:sldLayoutId id="2147483772" r:id="rId42"/>
    <p:sldLayoutId id="2147483677" r:id="rId43"/>
    <p:sldLayoutId id="2147483792" r:id="rId44"/>
    <p:sldLayoutId id="2147483833" r:id="rId45"/>
    <p:sldLayoutId id="2147483769" r:id="rId46"/>
    <p:sldLayoutId id="2147483773" r:id="rId47"/>
    <p:sldLayoutId id="2147483771" r:id="rId48"/>
    <p:sldLayoutId id="2147483679" r:id="rId49"/>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3.xml"/><Relationship Id="rId5" Type="http://schemas.openxmlformats.org/officeDocument/2006/relationships/image" Target="../media/image49.png"/><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3.xml"/><Relationship Id="rId5" Type="http://schemas.openxmlformats.org/officeDocument/2006/relationships/image" Target="../media/image56.png"/><Relationship Id="rId4" Type="http://schemas.openxmlformats.org/officeDocument/2006/relationships/image" Target="../media/image55.png"/></Relationships>
</file>

<file path=ppt/slides/_rels/slide3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3.xml"/><Relationship Id="rId5" Type="http://schemas.openxmlformats.org/officeDocument/2006/relationships/image" Target="../media/image62.png"/><Relationship Id="rId4" Type="http://schemas.openxmlformats.org/officeDocument/2006/relationships/image" Target="../media/image6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hyperlink" Target="https://www.zlib.net/zlib-1.2.10.tar.gz" TargetMode="Externa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hyperlink" Target="https://sourceware.org/elfutils/ftp/" TargetMode="External"/><Relationship Id="rId1" Type="http://schemas.openxmlformats.org/officeDocument/2006/relationships/slideLayout" Target="../slideLayouts/slideLayout3.xml"/><Relationship Id="rId4" Type="http://schemas.openxmlformats.org/officeDocument/2006/relationships/image" Target="../media/image69.png"/></Relationships>
</file>

<file path=ppt/slides/_rels/slide4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3.xml"/><Relationship Id="rId5" Type="http://schemas.openxmlformats.org/officeDocument/2006/relationships/image" Target="../media/image73.png"/><Relationship Id="rId4" Type="http://schemas.openxmlformats.org/officeDocument/2006/relationships/image" Target="../media/image72.png"/></Relationships>
</file>

<file path=ppt/slides/_rels/slide4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hyperlink" Target="https://www.kernel.org/pub/linux/libs/security/linux-privs/libcap2" TargetMode="External"/><Relationship Id="rId1" Type="http://schemas.openxmlformats.org/officeDocument/2006/relationships/slideLayout" Target="../slideLayouts/slideLayout3.xml"/><Relationship Id="rId4" Type="http://schemas.openxmlformats.org/officeDocument/2006/relationships/image" Target="../media/image75.png"/></Relationships>
</file>

<file path=ppt/slides/_rels/slide4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3.xml"/><Relationship Id="rId4" Type="http://schemas.openxmlformats.org/officeDocument/2006/relationships/image" Target="../media/image80.png"/></Relationships>
</file>

<file path=ppt/slides/_rels/slide46.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3.xml"/><Relationship Id="rId4" Type="http://schemas.openxmlformats.org/officeDocument/2006/relationships/image" Target="../media/image88.png"/></Relationships>
</file>

<file path=ppt/slides/_rels/slide5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3.xml"/><Relationship Id="rId4" Type="http://schemas.openxmlformats.org/officeDocument/2006/relationships/image" Target="../media/image91.png"/></Relationships>
</file>

<file path=ppt/slides/_rels/slide5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3.xml"/><Relationship Id="rId6" Type="http://schemas.openxmlformats.org/officeDocument/2006/relationships/image" Target="../media/image105.png"/><Relationship Id="rId5" Type="http://schemas.openxmlformats.org/officeDocument/2006/relationships/image" Target="../media/image104.png"/><Relationship Id="rId4" Type="http://schemas.openxmlformats.org/officeDocument/2006/relationships/image" Target="../media/image103.png"/></Relationships>
</file>

<file path=ppt/slides/_rels/slide60.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72F4584-A238-F682-7968-31DB59646D65}"/>
              </a:ext>
            </a:extLst>
          </p:cNvPr>
          <p:cNvSpPr>
            <a:spLocks noGrp="1"/>
          </p:cNvSpPr>
          <p:nvPr>
            <p:ph type="title"/>
          </p:nvPr>
        </p:nvSpPr>
        <p:spPr>
          <a:xfrm>
            <a:off x="0" y="1587652"/>
            <a:ext cx="5215467" cy="475260"/>
          </a:xfrm>
        </p:spPr>
        <p:txBody>
          <a:bodyPr/>
          <a:lstStyle/>
          <a:p>
            <a:r>
              <a:rPr lang="en-US" sz="3200" dirty="0"/>
              <a:t>EBPF introduction and practice</a:t>
            </a:r>
          </a:p>
        </p:txBody>
      </p:sp>
      <p:sp>
        <p:nvSpPr>
          <p:cNvPr id="4" name="Text Placeholder 3">
            <a:extLst>
              <a:ext uri="{FF2B5EF4-FFF2-40B4-BE49-F238E27FC236}">
                <a16:creationId xmlns:a16="http://schemas.microsoft.com/office/drawing/2014/main" id="{01ACDEDB-24E6-2B78-F7E7-515259ADC01B}"/>
              </a:ext>
            </a:extLst>
          </p:cNvPr>
          <p:cNvSpPr>
            <a:spLocks noGrp="1"/>
          </p:cNvSpPr>
          <p:nvPr>
            <p:ph type="body" sz="quarter" idx="12"/>
          </p:nvPr>
        </p:nvSpPr>
        <p:spPr>
          <a:xfrm>
            <a:off x="379308" y="3375147"/>
            <a:ext cx="3332480" cy="293090"/>
          </a:xfrm>
        </p:spPr>
        <p:txBody>
          <a:bodyPr/>
          <a:lstStyle/>
          <a:p>
            <a:r>
              <a:rPr lang="en-US" dirty="0"/>
              <a:t>yifei.b.zhang@nokia-sbell.com</a:t>
            </a:r>
          </a:p>
          <a:p>
            <a:endParaRPr lang="en-US" dirty="0"/>
          </a:p>
        </p:txBody>
      </p:sp>
      <p:sp>
        <p:nvSpPr>
          <p:cNvPr id="2" name="Footer Placeholder 1">
            <a:extLst>
              <a:ext uri="{FF2B5EF4-FFF2-40B4-BE49-F238E27FC236}">
                <a16:creationId xmlns:a16="http://schemas.microsoft.com/office/drawing/2014/main" id="{D4743745-B170-2993-92CB-2135631A4E9C}"/>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Tree>
    <p:extLst>
      <p:ext uri="{BB962C8B-B14F-4D97-AF65-F5344CB8AC3E}">
        <p14:creationId xmlns:p14="http://schemas.microsoft.com/office/powerpoint/2010/main" val="41406851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p:txBody>
          <a:bodyPr/>
          <a:lstStyle/>
          <a:p>
            <a:r>
              <a:rPr lang="en-US" altLang="zh-CN" dirty="0"/>
              <a:t>Requirement view</a:t>
            </a:r>
            <a:endParaRPr lang="zh-CN" altLang="en-US" dirty="0"/>
          </a:p>
        </p:txBody>
      </p:sp>
      <p:sp>
        <p:nvSpPr>
          <p:cNvPr id="3" name="Text Placeholder 2">
            <a:extLst>
              <a:ext uri="{FF2B5EF4-FFF2-40B4-BE49-F238E27FC236}">
                <a16:creationId xmlns:a16="http://schemas.microsoft.com/office/drawing/2014/main" id="{8A7B9499-1A3F-4E35-AE7D-2A4E6670EDD3}"/>
              </a:ext>
            </a:extLst>
          </p:cNvPr>
          <p:cNvSpPr>
            <a:spLocks noGrp="1"/>
          </p:cNvSpPr>
          <p:nvPr>
            <p:ph type="body" sz="quarter" idx="13"/>
          </p:nvPr>
        </p:nvSpPr>
        <p:spPr/>
        <p:txBody>
          <a:bodyPr/>
          <a:lstStyle/>
          <a:p>
            <a:endParaRPr lang="zh-CN" altLang="en-US"/>
          </a:p>
        </p:txBody>
      </p:sp>
      <p:sp>
        <p:nvSpPr>
          <p:cNvPr id="4" name="Text Placeholder 3">
            <a:extLst>
              <a:ext uri="{FF2B5EF4-FFF2-40B4-BE49-F238E27FC236}">
                <a16:creationId xmlns:a16="http://schemas.microsoft.com/office/drawing/2014/main" id="{985AA083-1933-4CE8-A549-7F8679DDE222}"/>
              </a:ext>
            </a:extLst>
          </p:cNvPr>
          <p:cNvSpPr>
            <a:spLocks noGrp="1"/>
          </p:cNvSpPr>
          <p:nvPr>
            <p:ph type="body" sz="quarter" idx="15"/>
          </p:nvPr>
        </p:nvSpPr>
        <p:spPr>
          <a:xfrm>
            <a:off x="417338" y="1260000"/>
            <a:ext cx="8350144" cy="3118980"/>
          </a:xfrm>
        </p:spPr>
        <p:txBody>
          <a:bodyPr/>
          <a:lstStyle/>
          <a:p>
            <a:pPr marL="171450" indent="-171450">
              <a:buFont typeface="Arial" panose="020B0604020202020204" pitchFamily="34" charset="0"/>
              <a:buChar char="•"/>
            </a:pPr>
            <a:r>
              <a:rPr lang="en-US" altLang="zh-CN" dirty="0"/>
              <a:t>uplink: GPON</a:t>
            </a:r>
          </a:p>
          <a:p>
            <a:pPr marL="171450" indent="-171450">
              <a:buFont typeface="Arial" panose="020B0604020202020204" pitchFamily="34" charset="0"/>
              <a:buChar char="•"/>
            </a:pPr>
            <a:r>
              <a:rPr lang="en-US" altLang="zh-CN" dirty="0"/>
              <a:t>UNI:  4x100/1000/2500Mbase-T</a:t>
            </a:r>
          </a:p>
          <a:p>
            <a:pPr marL="171450" indent="-171450">
              <a:buFont typeface="Arial" panose="020B0604020202020204" pitchFamily="34" charset="0"/>
              <a:buChar char="•"/>
            </a:pPr>
            <a:r>
              <a:rPr lang="en-US" altLang="zh-CN" dirty="0"/>
              <a:t>SFU service mode</a:t>
            </a:r>
          </a:p>
          <a:p>
            <a:pPr marL="171450" indent="-171450">
              <a:buFont typeface="Arial" panose="020B0604020202020204" pitchFamily="34" charset="0"/>
              <a:buChar char="•"/>
            </a:pPr>
            <a:r>
              <a:rPr lang="en-US" altLang="zh-CN" dirty="0"/>
              <a:t>TR143 speedtest with TR069 agent/USP agent</a:t>
            </a:r>
          </a:p>
          <a:p>
            <a:pPr marL="171450" indent="-171450">
              <a:buFont typeface="Arial" panose="020B0604020202020204" pitchFamily="34" charset="0"/>
              <a:buChar char="•"/>
            </a:pPr>
            <a:r>
              <a:rPr lang="en-US" altLang="zh-CN" dirty="0"/>
              <a:t>Container?</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Tree>
    <p:extLst>
      <p:ext uri="{BB962C8B-B14F-4D97-AF65-F5344CB8AC3E}">
        <p14:creationId xmlns:p14="http://schemas.microsoft.com/office/powerpoint/2010/main" val="272370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a:t>What is </a:t>
            </a:r>
            <a:r>
              <a:rPr lang="en-US" altLang="zh-CN" dirty="0" err="1"/>
              <a:t>eBPF</a:t>
            </a:r>
            <a:r>
              <a:rPr lang="en-US" altLang="zh-CN" dirty="0"/>
              <a:t> ?</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4" name="Picture 3">
            <a:extLst>
              <a:ext uri="{FF2B5EF4-FFF2-40B4-BE49-F238E27FC236}">
                <a16:creationId xmlns:a16="http://schemas.microsoft.com/office/drawing/2014/main" id="{CACCA1D1-F99D-4C95-CB5D-6DFCED4E5011}"/>
              </a:ext>
            </a:extLst>
          </p:cNvPr>
          <p:cNvPicPr>
            <a:picLocks noChangeAspect="1"/>
          </p:cNvPicPr>
          <p:nvPr/>
        </p:nvPicPr>
        <p:blipFill>
          <a:blip r:embed="rId2"/>
          <a:stretch>
            <a:fillRect/>
          </a:stretch>
        </p:blipFill>
        <p:spPr>
          <a:xfrm>
            <a:off x="12703" y="911517"/>
            <a:ext cx="5505994" cy="790120"/>
          </a:xfrm>
          <a:prstGeom prst="rect">
            <a:avLst/>
          </a:prstGeom>
        </p:spPr>
      </p:pic>
      <p:pic>
        <p:nvPicPr>
          <p:cNvPr id="7" name="Picture 6">
            <a:extLst>
              <a:ext uri="{FF2B5EF4-FFF2-40B4-BE49-F238E27FC236}">
                <a16:creationId xmlns:a16="http://schemas.microsoft.com/office/drawing/2014/main" id="{A2A540C7-078D-5643-8BA7-7F76F6EA4C2C}"/>
              </a:ext>
            </a:extLst>
          </p:cNvPr>
          <p:cNvPicPr>
            <a:picLocks noChangeAspect="1"/>
          </p:cNvPicPr>
          <p:nvPr/>
        </p:nvPicPr>
        <p:blipFill>
          <a:blip r:embed="rId3"/>
          <a:stretch>
            <a:fillRect/>
          </a:stretch>
        </p:blipFill>
        <p:spPr>
          <a:xfrm>
            <a:off x="0" y="1958678"/>
            <a:ext cx="5518697" cy="740018"/>
          </a:xfrm>
          <a:prstGeom prst="rect">
            <a:avLst/>
          </a:prstGeom>
        </p:spPr>
      </p:pic>
      <p:pic>
        <p:nvPicPr>
          <p:cNvPr id="10" name="Picture 9">
            <a:extLst>
              <a:ext uri="{FF2B5EF4-FFF2-40B4-BE49-F238E27FC236}">
                <a16:creationId xmlns:a16="http://schemas.microsoft.com/office/drawing/2014/main" id="{94BD94D1-BA99-B947-1886-CBEA015FDCE9}"/>
              </a:ext>
            </a:extLst>
          </p:cNvPr>
          <p:cNvPicPr>
            <a:picLocks noChangeAspect="1"/>
          </p:cNvPicPr>
          <p:nvPr/>
        </p:nvPicPr>
        <p:blipFill>
          <a:blip r:embed="rId4"/>
          <a:stretch>
            <a:fillRect/>
          </a:stretch>
        </p:blipFill>
        <p:spPr>
          <a:xfrm>
            <a:off x="189411" y="2870622"/>
            <a:ext cx="4293170" cy="1135717"/>
          </a:xfrm>
          <a:prstGeom prst="rect">
            <a:avLst/>
          </a:prstGeom>
        </p:spPr>
      </p:pic>
    </p:spTree>
    <p:extLst>
      <p:ext uri="{BB962C8B-B14F-4D97-AF65-F5344CB8AC3E}">
        <p14:creationId xmlns:p14="http://schemas.microsoft.com/office/powerpoint/2010/main" val="1780170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a:t>What can  </a:t>
            </a:r>
            <a:r>
              <a:rPr lang="en-US" altLang="zh-CN" dirty="0" err="1"/>
              <a:t>eBPF</a:t>
            </a:r>
            <a:r>
              <a:rPr lang="en-US" altLang="zh-CN" dirty="0"/>
              <a:t>  do ?</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7" name="Picture 16">
            <a:extLst>
              <a:ext uri="{FF2B5EF4-FFF2-40B4-BE49-F238E27FC236}">
                <a16:creationId xmlns:a16="http://schemas.microsoft.com/office/drawing/2014/main" id="{6FBDA83A-6A53-18A1-64FA-F513A6DCAEF8}"/>
              </a:ext>
            </a:extLst>
          </p:cNvPr>
          <p:cNvPicPr>
            <a:picLocks noChangeAspect="1"/>
          </p:cNvPicPr>
          <p:nvPr/>
        </p:nvPicPr>
        <p:blipFill>
          <a:blip r:embed="rId2"/>
          <a:stretch>
            <a:fillRect/>
          </a:stretch>
        </p:blipFill>
        <p:spPr>
          <a:xfrm>
            <a:off x="799010" y="793780"/>
            <a:ext cx="6982099" cy="3953774"/>
          </a:xfrm>
          <a:prstGeom prst="rect">
            <a:avLst/>
          </a:prstGeom>
        </p:spPr>
      </p:pic>
    </p:spTree>
    <p:extLst>
      <p:ext uri="{BB962C8B-B14F-4D97-AF65-F5344CB8AC3E}">
        <p14:creationId xmlns:p14="http://schemas.microsoft.com/office/powerpoint/2010/main" val="33262102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a:t>What can  </a:t>
            </a:r>
            <a:r>
              <a:rPr lang="en-US" altLang="zh-CN" dirty="0" err="1"/>
              <a:t>eBPF</a:t>
            </a:r>
            <a:r>
              <a:rPr lang="en-US" altLang="zh-CN" dirty="0"/>
              <a:t>  do ?</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TextBox 14">
            <a:extLst>
              <a:ext uri="{FF2B5EF4-FFF2-40B4-BE49-F238E27FC236}">
                <a16:creationId xmlns:a16="http://schemas.microsoft.com/office/drawing/2014/main" id="{810A09FA-7C9F-9028-0EFF-D01721BB940B}"/>
              </a:ext>
            </a:extLst>
          </p:cNvPr>
          <p:cNvSpPr txBox="1"/>
          <p:nvPr/>
        </p:nvSpPr>
        <p:spPr>
          <a:xfrm>
            <a:off x="261257" y="1018902"/>
            <a:ext cx="8510452" cy="3631763"/>
          </a:xfrm>
          <a:prstGeom prst="rect">
            <a:avLst/>
          </a:prstGeom>
          <a:noFill/>
          <a:ln>
            <a:noFill/>
          </a:ln>
        </p:spPr>
        <p:txBody>
          <a:bodyPr wrap="square">
            <a:spAutoFit/>
          </a:bodyPr>
          <a:lstStyle/>
          <a:p>
            <a:pPr marL="171450" indent="-171450">
              <a:buFont typeface="Wingdings" panose="05000000000000000000" pitchFamily="2" charset="2"/>
              <a:buChar char="Ø"/>
            </a:pPr>
            <a:r>
              <a:rPr lang="zh-CN" altLang="en-US" sz="1000" dirty="0">
                <a:solidFill>
                  <a:schemeClr val="accent2"/>
                </a:solidFill>
              </a:rPr>
              <a:t>网络监控和流量管理</a:t>
            </a:r>
          </a:p>
          <a:p>
            <a:r>
              <a:rPr lang="zh-CN" altLang="en-US" sz="1000" dirty="0">
                <a:solidFill>
                  <a:schemeClr val="accent2"/>
                </a:solidFill>
              </a:rPr>
              <a:t>eBPF最初用于网络数据包过滤，现在已经发展为网络流量管理的重要工具。它可以用来分析、过滤和重定向网络流量，实现负载均衡、防火墙、DoS攻击检测等。eBPF能够直接在内核中执行数据包处理逻辑，减少用户空间和内核空间之间的通信开销。</a:t>
            </a:r>
            <a:endParaRPr lang="en-US" altLang="zh-CN" sz="1000" dirty="0">
              <a:solidFill>
                <a:schemeClr val="accent2"/>
              </a:solidFill>
            </a:endParaRPr>
          </a:p>
          <a:p>
            <a:endParaRPr lang="zh-CN" altLang="en-US" sz="1000" dirty="0">
              <a:solidFill>
                <a:schemeClr val="accent2"/>
              </a:solidFill>
            </a:endParaRPr>
          </a:p>
          <a:p>
            <a:pPr marL="171450" indent="-171450">
              <a:buFont typeface="Wingdings" panose="05000000000000000000" pitchFamily="2" charset="2"/>
              <a:buChar char="Ø"/>
            </a:pPr>
            <a:r>
              <a:rPr lang="zh-CN" altLang="en-US" sz="1000" dirty="0">
                <a:solidFill>
                  <a:schemeClr val="accent2"/>
                </a:solidFill>
              </a:rPr>
              <a:t>系统性能监控和优化</a:t>
            </a:r>
          </a:p>
          <a:p>
            <a:r>
              <a:rPr lang="zh-CN" altLang="en-US" sz="1000" dirty="0">
                <a:solidFill>
                  <a:schemeClr val="accent2"/>
                </a:solidFill>
              </a:rPr>
              <a:t>eBPF可以实时监控系统性能，捕获包括CPU使用率、内存使用情况、磁盘IO、上下文切换等性能指标。通过工具如bcc和bpftrace，开发人员可以动态追踪内核和应用程序的性能瓶颈，对系统性能进行精细化分析。</a:t>
            </a:r>
            <a:endParaRPr lang="en-US" altLang="zh-CN" sz="1000" dirty="0">
              <a:solidFill>
                <a:schemeClr val="accent2"/>
              </a:solidFill>
            </a:endParaRPr>
          </a:p>
          <a:p>
            <a:endParaRPr lang="zh-CN" altLang="en-US" sz="1000" dirty="0">
              <a:solidFill>
                <a:schemeClr val="accent2"/>
              </a:solidFill>
            </a:endParaRPr>
          </a:p>
          <a:p>
            <a:pPr marL="171450" indent="-171450">
              <a:buFont typeface="Wingdings" panose="05000000000000000000" pitchFamily="2" charset="2"/>
              <a:buChar char="Ø"/>
            </a:pPr>
            <a:r>
              <a:rPr lang="zh-CN" altLang="en-US" sz="1000" dirty="0">
                <a:solidFill>
                  <a:schemeClr val="accent2"/>
                </a:solidFill>
              </a:rPr>
              <a:t>应用程序监控和调试</a:t>
            </a:r>
          </a:p>
          <a:p>
            <a:r>
              <a:rPr lang="zh-CN" altLang="en-US" sz="1000" dirty="0">
                <a:solidFill>
                  <a:schemeClr val="accent2"/>
                </a:solidFill>
              </a:rPr>
              <a:t>eBPF可以监控用户应用程序中的特定函数调用、内存分配和错误信息，而不需要修改应用程序代码。这对于调试复杂的应用程序或追踪其系统调用非常有用。通过在运行时加载eBPF程序，可以对应用程序进行细粒度的实时分析。</a:t>
            </a:r>
            <a:endParaRPr lang="en-US" altLang="zh-CN" sz="1000" dirty="0">
              <a:solidFill>
                <a:schemeClr val="accent2"/>
              </a:solidFill>
            </a:endParaRPr>
          </a:p>
          <a:p>
            <a:endParaRPr lang="zh-CN" altLang="en-US" sz="1000" dirty="0">
              <a:solidFill>
                <a:schemeClr val="accent2"/>
              </a:solidFill>
            </a:endParaRPr>
          </a:p>
          <a:p>
            <a:pPr marL="171450" indent="-171450">
              <a:buFont typeface="Wingdings" panose="05000000000000000000" pitchFamily="2" charset="2"/>
              <a:buChar char="Ø"/>
            </a:pPr>
            <a:r>
              <a:rPr lang="zh-CN" altLang="en-US" sz="1000" dirty="0">
                <a:solidFill>
                  <a:schemeClr val="accent2"/>
                </a:solidFill>
              </a:rPr>
              <a:t>安全性和入侵检测</a:t>
            </a:r>
          </a:p>
          <a:p>
            <a:r>
              <a:rPr lang="zh-CN" altLang="en-US" sz="1000" dirty="0">
                <a:solidFill>
                  <a:schemeClr val="accent2"/>
                </a:solidFill>
              </a:rPr>
              <a:t>eBPF在系统调用级别监控行为，检测异常活动并记录日志，可以用于增强系统安全性，进行入侵检测（IDS）和入侵防御（IPS）。例如，eBPF可以检测特定系统调用模式或异常行为（如不正常的网络流量），及时识别潜在的安全威胁。</a:t>
            </a:r>
            <a:endParaRPr lang="en-US" altLang="zh-CN" sz="1000" dirty="0">
              <a:solidFill>
                <a:schemeClr val="accent2"/>
              </a:solidFill>
            </a:endParaRPr>
          </a:p>
          <a:p>
            <a:endParaRPr lang="zh-CN" altLang="en-US" sz="1000" dirty="0">
              <a:solidFill>
                <a:schemeClr val="accent2"/>
              </a:solidFill>
            </a:endParaRPr>
          </a:p>
          <a:p>
            <a:pPr marL="171450" indent="-171450">
              <a:buFont typeface="Wingdings" panose="05000000000000000000" pitchFamily="2" charset="2"/>
              <a:buChar char="Ø"/>
            </a:pPr>
            <a:r>
              <a:rPr lang="zh-CN" altLang="en-US" sz="1000" dirty="0">
                <a:solidFill>
                  <a:schemeClr val="accent2"/>
                </a:solidFill>
              </a:rPr>
              <a:t>云原生和微服务架构</a:t>
            </a:r>
          </a:p>
          <a:p>
            <a:r>
              <a:rPr lang="zh-CN" altLang="en-US" sz="1000" dirty="0">
                <a:solidFill>
                  <a:schemeClr val="accent2"/>
                </a:solidFill>
              </a:rPr>
              <a:t>在容器和微服务环境中，eBPF用于监控和管理网络通信、性能指标以及安全策略的应用。由于eBPF的动态注入特性，运营团队可以在不干扰服务的情况下实现对各微服务间流量的透明监控和控制。</a:t>
            </a:r>
            <a:endParaRPr lang="en-US" altLang="zh-CN" sz="1000" dirty="0">
              <a:solidFill>
                <a:schemeClr val="accent2"/>
              </a:solidFill>
            </a:endParaRPr>
          </a:p>
          <a:p>
            <a:endParaRPr lang="zh-CN" altLang="en-US" sz="1000" dirty="0">
              <a:solidFill>
                <a:schemeClr val="accent2"/>
              </a:solidFill>
            </a:endParaRPr>
          </a:p>
          <a:p>
            <a:pPr marL="171450" indent="-171450">
              <a:buFont typeface="Wingdings" panose="05000000000000000000" pitchFamily="2" charset="2"/>
              <a:buChar char="Ø"/>
            </a:pPr>
            <a:r>
              <a:rPr lang="zh-CN" altLang="en-US" sz="1000" dirty="0">
                <a:solidFill>
                  <a:schemeClr val="accent2"/>
                </a:solidFill>
              </a:rPr>
              <a:t>故障诊断和日志分析</a:t>
            </a:r>
          </a:p>
          <a:p>
            <a:r>
              <a:rPr lang="zh-CN" altLang="en-US" sz="1000" dirty="0">
                <a:solidFill>
                  <a:schemeClr val="accent2"/>
                </a:solidFill>
              </a:rPr>
              <a:t>eBPF支持在内核中动态插入探针，获取系统内的详细诊断数据。它能帮助开发人员排查在传统工具难以捕获的底层问题，特别是在处理复杂故障时。使用eBPF还能生成丰富的系统日志，为故障原因分析提供精细的数据支持。</a:t>
            </a:r>
          </a:p>
        </p:txBody>
      </p:sp>
    </p:spTree>
    <p:extLst>
      <p:ext uri="{BB962C8B-B14F-4D97-AF65-F5344CB8AC3E}">
        <p14:creationId xmlns:p14="http://schemas.microsoft.com/office/powerpoint/2010/main" val="41824745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Timeline</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AutoShape 2" descr="Overview">
            <a:extLst>
              <a:ext uri="{FF2B5EF4-FFF2-40B4-BE49-F238E27FC236}">
                <a16:creationId xmlns:a16="http://schemas.microsoft.com/office/drawing/2014/main" id="{EAB799E9-6A05-A185-AD3C-F042F5CA8BFD}"/>
              </a:ext>
            </a:extLst>
          </p:cNvPr>
          <p:cNvSpPr>
            <a:spLocks noChangeAspect="1" noChangeArrowheads="1"/>
          </p:cNvSpPr>
          <p:nvPr/>
        </p:nvSpPr>
        <p:spPr bwMode="auto">
          <a:xfrm>
            <a:off x="692331" y="805293"/>
            <a:ext cx="5083628" cy="39863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TextBox 12">
            <a:extLst>
              <a:ext uri="{FF2B5EF4-FFF2-40B4-BE49-F238E27FC236}">
                <a16:creationId xmlns:a16="http://schemas.microsoft.com/office/drawing/2014/main" id="{25E24C47-3FEF-B989-7430-0A59728D4AA2}"/>
              </a:ext>
            </a:extLst>
          </p:cNvPr>
          <p:cNvSpPr txBox="1"/>
          <p:nvPr/>
        </p:nvSpPr>
        <p:spPr>
          <a:xfrm>
            <a:off x="75111" y="1113802"/>
            <a:ext cx="8876211" cy="2677656"/>
          </a:xfrm>
          <a:prstGeom prst="rect">
            <a:avLst/>
          </a:prstGeom>
          <a:noFill/>
          <a:ln>
            <a:noFill/>
          </a:ln>
        </p:spPr>
        <p:txBody>
          <a:bodyPr wrap="square">
            <a:spAutoFit/>
          </a:bodyPr>
          <a:lstStyle/>
          <a:p>
            <a:pPr marL="285750" indent="-285750">
              <a:buFont typeface="Wingdings" panose="05000000000000000000" pitchFamily="2" charset="2"/>
              <a:buChar char="ü"/>
            </a:pPr>
            <a:r>
              <a:rPr lang="zh-CN" altLang="en-US" sz="1200" dirty="0">
                <a:solidFill>
                  <a:schemeClr val="accent2"/>
                </a:solidFill>
              </a:rPr>
              <a:t>1992年：BPF全称Berkeley Packet Filter，诞生初衷提供一种内核中自定义报文过滤的手段（类汇编），提升抓包效率。（tcpdump）</a:t>
            </a:r>
            <a:endParaRPr lang="en-US" altLang="zh-CN" sz="1200" dirty="0">
              <a:solidFill>
                <a:schemeClr val="accent2"/>
              </a:solidFill>
            </a:endParaRPr>
          </a:p>
          <a:p>
            <a:pPr marL="285750" indent="-285750">
              <a:buFont typeface="Wingdings" panose="05000000000000000000" pitchFamily="2" charset="2"/>
              <a:buChar char="ü"/>
            </a:pPr>
            <a:endParaRPr lang="zh-CN" altLang="en-US" sz="1200" dirty="0">
              <a:solidFill>
                <a:schemeClr val="accent2"/>
              </a:solidFill>
            </a:endParaRPr>
          </a:p>
          <a:p>
            <a:pPr marL="285750" indent="-285750">
              <a:buFont typeface="Wingdings" panose="05000000000000000000" pitchFamily="2" charset="2"/>
              <a:buChar char="ü"/>
            </a:pPr>
            <a:r>
              <a:rPr lang="zh-CN" altLang="en-US" sz="1200" dirty="0">
                <a:solidFill>
                  <a:schemeClr val="accent2"/>
                </a:solidFill>
              </a:rPr>
              <a:t>2011年：linux kernel 3.2版本对BPF进行重大改进，引入BPF JIT，使其性能得到大幅提升。</a:t>
            </a:r>
            <a:endParaRPr lang="en-US" altLang="zh-CN" sz="1200" dirty="0">
              <a:solidFill>
                <a:schemeClr val="accent2"/>
              </a:solidFill>
            </a:endParaRPr>
          </a:p>
          <a:p>
            <a:pPr marL="285750" indent="-285750">
              <a:buFont typeface="Wingdings" panose="05000000000000000000" pitchFamily="2" charset="2"/>
              <a:buChar char="ü"/>
            </a:pPr>
            <a:endParaRPr lang="zh-CN" altLang="en-US" sz="1200" dirty="0">
              <a:solidFill>
                <a:schemeClr val="accent2"/>
              </a:solidFill>
            </a:endParaRPr>
          </a:p>
          <a:p>
            <a:pPr marL="285750" indent="-285750">
              <a:buFont typeface="Wingdings" panose="05000000000000000000" pitchFamily="2" charset="2"/>
              <a:buChar char="ü"/>
            </a:pPr>
            <a:r>
              <a:rPr lang="zh-CN" altLang="en-US" sz="1200" dirty="0">
                <a:solidFill>
                  <a:schemeClr val="accent2"/>
                </a:solidFill>
              </a:rPr>
              <a:t>2014年： linux kernel 3.15版本，BPF扩展成eBPF，其功能范畴扩展至：内核跟踪、性能调优、协议栈QoS等方面。与之配套改进包括：扩展BPF ISA指令集、提供高级语言（C）编程手段、提供MAP机制、提供Help机制、引入Verifier机制等。</a:t>
            </a:r>
            <a:endParaRPr lang="en-US" altLang="zh-CN" sz="1200" dirty="0">
              <a:solidFill>
                <a:schemeClr val="accent2"/>
              </a:solidFill>
            </a:endParaRPr>
          </a:p>
          <a:p>
            <a:endParaRPr lang="zh-CN" altLang="en-US" sz="1200" dirty="0">
              <a:solidFill>
                <a:schemeClr val="accent2"/>
              </a:solidFill>
            </a:endParaRPr>
          </a:p>
          <a:p>
            <a:pPr marL="285750" indent="-285750">
              <a:buFont typeface="Wingdings" panose="05000000000000000000" pitchFamily="2" charset="2"/>
              <a:buChar char="ü"/>
            </a:pPr>
            <a:r>
              <a:rPr lang="zh-CN" altLang="en-US" sz="1200" dirty="0">
                <a:solidFill>
                  <a:schemeClr val="accent2"/>
                </a:solidFill>
              </a:rPr>
              <a:t>2016年：linux kernel 4.8版本，eBPF支持XDP，进一步拓展该技术在网络领域的应用。随后Netronome公司提出eBPF硬件卸载方案。</a:t>
            </a:r>
            <a:endParaRPr lang="en-US" altLang="zh-CN" sz="1200" dirty="0">
              <a:solidFill>
                <a:schemeClr val="accent2"/>
              </a:solidFill>
            </a:endParaRPr>
          </a:p>
          <a:p>
            <a:pPr marL="285750" indent="-285750">
              <a:buFont typeface="Wingdings" panose="05000000000000000000" pitchFamily="2" charset="2"/>
              <a:buChar char="ü"/>
            </a:pPr>
            <a:endParaRPr lang="zh-CN" altLang="en-US" sz="1200" dirty="0">
              <a:solidFill>
                <a:schemeClr val="accent2"/>
              </a:solidFill>
            </a:endParaRPr>
          </a:p>
          <a:p>
            <a:pPr marL="285750" indent="-285750">
              <a:buFont typeface="Wingdings" panose="05000000000000000000" pitchFamily="2" charset="2"/>
              <a:buChar char="ü"/>
            </a:pPr>
            <a:r>
              <a:rPr lang="zh-CN" altLang="en-US" sz="1200" dirty="0">
                <a:solidFill>
                  <a:schemeClr val="accent2"/>
                </a:solidFill>
              </a:rPr>
              <a:t>2018年：linux kernel 4.18版本，引入BTF，将内核中BPF对象（Prog/Map）由字节码转换成统一结构对象，这有利于eBPF对象与Kernel版本的配套管理，为eBPF的发展奠定基础。从kernel 4.20版本开始，eBPF成为内核最活跃的项目之一，新增特性包括：sysctrl hook、flow     dissector、struct_ops、lsm hook、ring buffer等。场景范围覆盖容器、安全、网络、跟踪等</a:t>
            </a:r>
          </a:p>
        </p:txBody>
      </p:sp>
    </p:spTree>
    <p:extLst>
      <p:ext uri="{BB962C8B-B14F-4D97-AF65-F5344CB8AC3E}">
        <p14:creationId xmlns:p14="http://schemas.microsoft.com/office/powerpoint/2010/main" val="3546725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Timeline</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AutoShape 2" descr="Overview">
            <a:extLst>
              <a:ext uri="{FF2B5EF4-FFF2-40B4-BE49-F238E27FC236}">
                <a16:creationId xmlns:a16="http://schemas.microsoft.com/office/drawing/2014/main" id="{EAB799E9-6A05-A185-AD3C-F042F5CA8BFD}"/>
              </a:ext>
            </a:extLst>
          </p:cNvPr>
          <p:cNvSpPr>
            <a:spLocks noChangeAspect="1" noChangeArrowheads="1"/>
          </p:cNvSpPr>
          <p:nvPr/>
        </p:nvSpPr>
        <p:spPr bwMode="auto">
          <a:xfrm>
            <a:off x="692331" y="805293"/>
            <a:ext cx="5083628" cy="39863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4" name="Picture 3">
            <a:extLst>
              <a:ext uri="{FF2B5EF4-FFF2-40B4-BE49-F238E27FC236}">
                <a16:creationId xmlns:a16="http://schemas.microsoft.com/office/drawing/2014/main" id="{DBC417F6-B982-9A1B-6978-843B99546456}"/>
              </a:ext>
            </a:extLst>
          </p:cNvPr>
          <p:cNvPicPr>
            <a:picLocks noChangeAspect="1"/>
          </p:cNvPicPr>
          <p:nvPr/>
        </p:nvPicPr>
        <p:blipFill>
          <a:blip r:embed="rId2"/>
          <a:stretch>
            <a:fillRect/>
          </a:stretch>
        </p:blipFill>
        <p:spPr>
          <a:xfrm>
            <a:off x="0" y="905207"/>
            <a:ext cx="9144000" cy="3445068"/>
          </a:xfrm>
          <a:prstGeom prst="rect">
            <a:avLst/>
          </a:prstGeom>
        </p:spPr>
      </p:pic>
    </p:spTree>
    <p:extLst>
      <p:ext uri="{BB962C8B-B14F-4D97-AF65-F5344CB8AC3E}">
        <p14:creationId xmlns:p14="http://schemas.microsoft.com/office/powerpoint/2010/main" val="1736000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Foundation members</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AutoShape 2" descr="Overview">
            <a:extLst>
              <a:ext uri="{FF2B5EF4-FFF2-40B4-BE49-F238E27FC236}">
                <a16:creationId xmlns:a16="http://schemas.microsoft.com/office/drawing/2014/main" id="{EAB799E9-6A05-A185-AD3C-F042F5CA8BFD}"/>
              </a:ext>
            </a:extLst>
          </p:cNvPr>
          <p:cNvSpPr>
            <a:spLocks noChangeAspect="1" noChangeArrowheads="1"/>
          </p:cNvSpPr>
          <p:nvPr/>
        </p:nvSpPr>
        <p:spPr bwMode="auto">
          <a:xfrm>
            <a:off x="692331" y="805293"/>
            <a:ext cx="5083628" cy="39863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4" name="Picture 3">
            <a:extLst>
              <a:ext uri="{FF2B5EF4-FFF2-40B4-BE49-F238E27FC236}">
                <a16:creationId xmlns:a16="http://schemas.microsoft.com/office/drawing/2014/main" id="{B747D9CA-EBA7-F7C7-CE6D-BD386164FD1E}"/>
              </a:ext>
            </a:extLst>
          </p:cNvPr>
          <p:cNvPicPr>
            <a:picLocks noChangeAspect="1"/>
          </p:cNvPicPr>
          <p:nvPr/>
        </p:nvPicPr>
        <p:blipFill>
          <a:blip r:embed="rId2"/>
          <a:stretch>
            <a:fillRect/>
          </a:stretch>
        </p:blipFill>
        <p:spPr>
          <a:xfrm>
            <a:off x="1475284" y="1111459"/>
            <a:ext cx="5552942" cy="3374016"/>
          </a:xfrm>
          <a:prstGeom prst="rect">
            <a:avLst/>
          </a:prstGeom>
        </p:spPr>
      </p:pic>
    </p:spTree>
    <p:extLst>
      <p:ext uri="{BB962C8B-B14F-4D97-AF65-F5344CB8AC3E}">
        <p14:creationId xmlns:p14="http://schemas.microsoft.com/office/powerpoint/2010/main" val="96054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169405" y="358835"/>
            <a:ext cx="7668310" cy="340654"/>
          </a:xfrm>
        </p:spPr>
        <p:txBody>
          <a:bodyPr/>
          <a:lstStyle/>
          <a:p>
            <a:r>
              <a:rPr lang="en-US" altLang="zh-CN" dirty="0" err="1"/>
              <a:t>eBPF</a:t>
            </a:r>
            <a:r>
              <a:rPr lang="en-US" altLang="zh-CN" dirty="0"/>
              <a:t> </a:t>
            </a:r>
            <a:r>
              <a:rPr lang="en-US" altLang="zh-CN" dirty="0" err="1"/>
              <a:t>Maintainted</a:t>
            </a:r>
            <a:r>
              <a:rPr lang="en-US" altLang="zh-CN" dirty="0"/>
              <a:t> Owner</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AutoShape 2" descr="Overview">
            <a:extLst>
              <a:ext uri="{FF2B5EF4-FFF2-40B4-BE49-F238E27FC236}">
                <a16:creationId xmlns:a16="http://schemas.microsoft.com/office/drawing/2014/main" id="{EAB799E9-6A05-A185-AD3C-F042F5CA8BFD}"/>
              </a:ext>
            </a:extLst>
          </p:cNvPr>
          <p:cNvSpPr>
            <a:spLocks noChangeAspect="1" noChangeArrowheads="1"/>
          </p:cNvSpPr>
          <p:nvPr/>
        </p:nvSpPr>
        <p:spPr bwMode="auto">
          <a:xfrm>
            <a:off x="692331" y="805293"/>
            <a:ext cx="5083628" cy="398634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6" name="Picture 5">
            <a:extLst>
              <a:ext uri="{FF2B5EF4-FFF2-40B4-BE49-F238E27FC236}">
                <a16:creationId xmlns:a16="http://schemas.microsoft.com/office/drawing/2014/main" id="{6B033CD3-F40D-7821-B639-EBAEE8F9115A}"/>
              </a:ext>
            </a:extLst>
          </p:cNvPr>
          <p:cNvPicPr>
            <a:picLocks noChangeAspect="1"/>
          </p:cNvPicPr>
          <p:nvPr/>
        </p:nvPicPr>
        <p:blipFill>
          <a:blip r:embed="rId2"/>
          <a:stretch>
            <a:fillRect/>
          </a:stretch>
        </p:blipFill>
        <p:spPr>
          <a:xfrm>
            <a:off x="0" y="962141"/>
            <a:ext cx="9144000" cy="3672652"/>
          </a:xfrm>
          <a:prstGeom prst="rect">
            <a:avLst/>
          </a:prstGeom>
        </p:spPr>
      </p:pic>
    </p:spTree>
    <p:extLst>
      <p:ext uri="{BB962C8B-B14F-4D97-AF65-F5344CB8AC3E}">
        <p14:creationId xmlns:p14="http://schemas.microsoft.com/office/powerpoint/2010/main" val="1614938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169405" y="358835"/>
            <a:ext cx="7668310" cy="340654"/>
          </a:xfrm>
        </p:spPr>
        <p:txBody>
          <a:bodyPr/>
          <a:lstStyle/>
          <a:p>
            <a:r>
              <a:rPr lang="en-US" altLang="zh-CN" dirty="0" err="1"/>
              <a:t>eBPF</a:t>
            </a:r>
            <a:r>
              <a:rPr lang="en-US" altLang="zh-CN" dirty="0"/>
              <a:t> </a:t>
            </a:r>
            <a:r>
              <a:rPr lang="en-US" altLang="zh-CN" dirty="0" err="1"/>
              <a:t>Maintainted</a:t>
            </a:r>
            <a:r>
              <a:rPr lang="en-US" altLang="zh-CN" dirty="0"/>
              <a:t> Owner</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4" name="Picture 3">
            <a:extLst>
              <a:ext uri="{FF2B5EF4-FFF2-40B4-BE49-F238E27FC236}">
                <a16:creationId xmlns:a16="http://schemas.microsoft.com/office/drawing/2014/main" id="{802D46CE-934E-8DF7-8DE3-18E14635F3FC}"/>
              </a:ext>
            </a:extLst>
          </p:cNvPr>
          <p:cNvPicPr>
            <a:picLocks noChangeAspect="1"/>
          </p:cNvPicPr>
          <p:nvPr/>
        </p:nvPicPr>
        <p:blipFill>
          <a:blip r:embed="rId2"/>
          <a:stretch>
            <a:fillRect/>
          </a:stretch>
        </p:blipFill>
        <p:spPr>
          <a:xfrm>
            <a:off x="485528" y="3189879"/>
            <a:ext cx="4778803" cy="1140736"/>
          </a:xfrm>
          <a:prstGeom prst="rect">
            <a:avLst/>
          </a:prstGeom>
        </p:spPr>
      </p:pic>
      <p:pic>
        <p:nvPicPr>
          <p:cNvPr id="9" name="Picture 8">
            <a:extLst>
              <a:ext uri="{FF2B5EF4-FFF2-40B4-BE49-F238E27FC236}">
                <a16:creationId xmlns:a16="http://schemas.microsoft.com/office/drawing/2014/main" id="{0B1006CB-05A7-8BF9-B4D6-3E7926448C32}"/>
              </a:ext>
            </a:extLst>
          </p:cNvPr>
          <p:cNvPicPr>
            <a:picLocks noChangeAspect="1"/>
          </p:cNvPicPr>
          <p:nvPr/>
        </p:nvPicPr>
        <p:blipFill>
          <a:blip r:embed="rId3"/>
          <a:stretch>
            <a:fillRect/>
          </a:stretch>
        </p:blipFill>
        <p:spPr>
          <a:xfrm>
            <a:off x="2980533" y="1150708"/>
            <a:ext cx="4857182" cy="1511231"/>
          </a:xfrm>
          <a:prstGeom prst="rect">
            <a:avLst/>
          </a:prstGeom>
        </p:spPr>
      </p:pic>
    </p:spTree>
    <p:extLst>
      <p:ext uri="{BB962C8B-B14F-4D97-AF65-F5344CB8AC3E}">
        <p14:creationId xmlns:p14="http://schemas.microsoft.com/office/powerpoint/2010/main" val="4136011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169405" y="358835"/>
            <a:ext cx="7668310" cy="340654"/>
          </a:xfrm>
        </p:spPr>
        <p:txBody>
          <a:bodyPr/>
          <a:lstStyle/>
          <a:p>
            <a:r>
              <a:rPr lang="en-US" altLang="zh-CN" dirty="0" err="1"/>
              <a:t>eBPF</a:t>
            </a:r>
            <a:r>
              <a:rPr lang="en-US" altLang="zh-CN" dirty="0"/>
              <a:t> </a:t>
            </a:r>
            <a:r>
              <a:rPr lang="en-US" altLang="zh-CN" dirty="0" err="1"/>
              <a:t>Maintainted</a:t>
            </a:r>
            <a:r>
              <a:rPr lang="en-US" altLang="zh-CN" dirty="0"/>
              <a:t> git log</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6" name="Picture 5">
            <a:extLst>
              <a:ext uri="{FF2B5EF4-FFF2-40B4-BE49-F238E27FC236}">
                <a16:creationId xmlns:a16="http://schemas.microsoft.com/office/drawing/2014/main" id="{AEABA20B-E355-5C50-01D8-7F59BBBE36B4}"/>
              </a:ext>
            </a:extLst>
          </p:cNvPr>
          <p:cNvPicPr>
            <a:picLocks noChangeAspect="1"/>
          </p:cNvPicPr>
          <p:nvPr/>
        </p:nvPicPr>
        <p:blipFill>
          <a:blip r:embed="rId2"/>
          <a:stretch>
            <a:fillRect/>
          </a:stretch>
        </p:blipFill>
        <p:spPr>
          <a:xfrm>
            <a:off x="0" y="817646"/>
            <a:ext cx="9144000" cy="3847841"/>
          </a:xfrm>
          <a:prstGeom prst="rect">
            <a:avLst/>
          </a:prstGeom>
        </p:spPr>
      </p:pic>
    </p:spTree>
    <p:extLst>
      <p:ext uri="{BB962C8B-B14F-4D97-AF65-F5344CB8AC3E}">
        <p14:creationId xmlns:p14="http://schemas.microsoft.com/office/powerpoint/2010/main" val="22895014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Overview</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7" name="Picture 6">
            <a:extLst>
              <a:ext uri="{FF2B5EF4-FFF2-40B4-BE49-F238E27FC236}">
                <a16:creationId xmlns:a16="http://schemas.microsoft.com/office/drawing/2014/main" id="{66862904-EF7D-D292-AE02-E849B7B1A43C}"/>
              </a:ext>
            </a:extLst>
          </p:cNvPr>
          <p:cNvPicPr>
            <a:picLocks noChangeAspect="1"/>
          </p:cNvPicPr>
          <p:nvPr/>
        </p:nvPicPr>
        <p:blipFill>
          <a:blip r:embed="rId2"/>
          <a:stretch>
            <a:fillRect/>
          </a:stretch>
        </p:blipFill>
        <p:spPr>
          <a:xfrm>
            <a:off x="0" y="1189776"/>
            <a:ext cx="9144000" cy="2763948"/>
          </a:xfrm>
          <a:prstGeom prst="rect">
            <a:avLst/>
          </a:prstGeom>
        </p:spPr>
      </p:pic>
    </p:spTree>
    <p:extLst>
      <p:ext uri="{BB962C8B-B14F-4D97-AF65-F5344CB8AC3E}">
        <p14:creationId xmlns:p14="http://schemas.microsoft.com/office/powerpoint/2010/main" val="2107173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Overview</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 name="Picture 9">
            <a:extLst>
              <a:ext uri="{FF2B5EF4-FFF2-40B4-BE49-F238E27FC236}">
                <a16:creationId xmlns:a16="http://schemas.microsoft.com/office/drawing/2014/main" id="{96B62D10-8CC8-5936-669C-E5AEBF5FEC8A}"/>
              </a:ext>
            </a:extLst>
          </p:cNvPr>
          <p:cNvPicPr>
            <a:picLocks noChangeAspect="1"/>
          </p:cNvPicPr>
          <p:nvPr/>
        </p:nvPicPr>
        <p:blipFill>
          <a:blip r:embed="rId2"/>
          <a:stretch>
            <a:fillRect/>
          </a:stretch>
        </p:blipFill>
        <p:spPr>
          <a:xfrm>
            <a:off x="359228" y="863229"/>
            <a:ext cx="7726682" cy="3788259"/>
          </a:xfrm>
          <a:prstGeom prst="rect">
            <a:avLst/>
          </a:prstGeom>
        </p:spPr>
      </p:pic>
    </p:spTree>
    <p:extLst>
      <p:ext uri="{BB962C8B-B14F-4D97-AF65-F5344CB8AC3E}">
        <p14:creationId xmlns:p14="http://schemas.microsoft.com/office/powerpoint/2010/main" val="32535742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important concepts: instruction set</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2" name="Picture 11">
            <a:extLst>
              <a:ext uri="{FF2B5EF4-FFF2-40B4-BE49-F238E27FC236}">
                <a16:creationId xmlns:a16="http://schemas.microsoft.com/office/drawing/2014/main" id="{7A89C411-DC10-6230-BA05-B95032F6FD11}"/>
              </a:ext>
            </a:extLst>
          </p:cNvPr>
          <p:cNvPicPr>
            <a:picLocks noChangeAspect="1"/>
          </p:cNvPicPr>
          <p:nvPr/>
        </p:nvPicPr>
        <p:blipFill>
          <a:blip r:embed="rId2"/>
          <a:stretch>
            <a:fillRect/>
          </a:stretch>
        </p:blipFill>
        <p:spPr>
          <a:xfrm>
            <a:off x="417600" y="736600"/>
            <a:ext cx="6407331" cy="1858127"/>
          </a:xfrm>
          <a:prstGeom prst="rect">
            <a:avLst/>
          </a:prstGeom>
        </p:spPr>
      </p:pic>
      <p:pic>
        <p:nvPicPr>
          <p:cNvPr id="14" name="Picture 13">
            <a:extLst>
              <a:ext uri="{FF2B5EF4-FFF2-40B4-BE49-F238E27FC236}">
                <a16:creationId xmlns:a16="http://schemas.microsoft.com/office/drawing/2014/main" id="{666E180A-B8D1-1273-C4B6-A3A42383D4F6}"/>
              </a:ext>
            </a:extLst>
          </p:cNvPr>
          <p:cNvPicPr>
            <a:picLocks noChangeAspect="1"/>
          </p:cNvPicPr>
          <p:nvPr/>
        </p:nvPicPr>
        <p:blipFill>
          <a:blip r:embed="rId3"/>
          <a:stretch>
            <a:fillRect/>
          </a:stretch>
        </p:blipFill>
        <p:spPr>
          <a:xfrm>
            <a:off x="496389" y="2600650"/>
            <a:ext cx="6407331" cy="2131484"/>
          </a:xfrm>
          <a:prstGeom prst="rect">
            <a:avLst/>
          </a:prstGeom>
        </p:spPr>
      </p:pic>
    </p:spTree>
    <p:extLst>
      <p:ext uri="{BB962C8B-B14F-4D97-AF65-F5344CB8AC3E}">
        <p14:creationId xmlns:p14="http://schemas.microsoft.com/office/powerpoint/2010/main" val="3569694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04538" y="427261"/>
            <a:ext cx="7668310" cy="340654"/>
          </a:xfrm>
        </p:spPr>
        <p:txBody>
          <a:bodyPr/>
          <a:lstStyle/>
          <a:p>
            <a:r>
              <a:rPr lang="en-US" altLang="zh-CN" dirty="0" err="1"/>
              <a:t>ebpf</a:t>
            </a:r>
            <a:r>
              <a:rPr lang="en-US" altLang="zh-CN" dirty="0"/>
              <a:t> important concepts: instruction set</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4" name="Picture 3">
            <a:extLst>
              <a:ext uri="{FF2B5EF4-FFF2-40B4-BE49-F238E27FC236}">
                <a16:creationId xmlns:a16="http://schemas.microsoft.com/office/drawing/2014/main" id="{3CE34B46-2980-E769-3932-DB99542BC092}"/>
              </a:ext>
            </a:extLst>
          </p:cNvPr>
          <p:cNvPicPr>
            <a:picLocks noChangeAspect="1"/>
          </p:cNvPicPr>
          <p:nvPr/>
        </p:nvPicPr>
        <p:blipFill>
          <a:blip r:embed="rId2"/>
          <a:stretch>
            <a:fillRect/>
          </a:stretch>
        </p:blipFill>
        <p:spPr>
          <a:xfrm>
            <a:off x="404538" y="1165183"/>
            <a:ext cx="7684687" cy="3100029"/>
          </a:xfrm>
          <a:prstGeom prst="rect">
            <a:avLst/>
          </a:prstGeom>
        </p:spPr>
      </p:pic>
    </p:spTree>
    <p:extLst>
      <p:ext uri="{BB962C8B-B14F-4D97-AF65-F5344CB8AC3E}">
        <p14:creationId xmlns:p14="http://schemas.microsoft.com/office/powerpoint/2010/main" val="2959155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04538" y="427261"/>
            <a:ext cx="7668310" cy="340654"/>
          </a:xfrm>
        </p:spPr>
        <p:txBody>
          <a:bodyPr/>
          <a:lstStyle/>
          <a:p>
            <a:r>
              <a:rPr lang="en-US" altLang="zh-CN" dirty="0" err="1"/>
              <a:t>ebpf</a:t>
            </a:r>
            <a:r>
              <a:rPr lang="en-US" altLang="zh-CN" dirty="0"/>
              <a:t> important concepts: instruction set</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6" name="Picture 5">
            <a:extLst>
              <a:ext uri="{FF2B5EF4-FFF2-40B4-BE49-F238E27FC236}">
                <a16:creationId xmlns:a16="http://schemas.microsoft.com/office/drawing/2014/main" id="{53AE364B-CDE4-0AB7-76A2-3D7E2D453114}"/>
              </a:ext>
            </a:extLst>
          </p:cNvPr>
          <p:cNvPicPr>
            <a:picLocks noChangeAspect="1"/>
          </p:cNvPicPr>
          <p:nvPr/>
        </p:nvPicPr>
        <p:blipFill>
          <a:blip r:embed="rId2"/>
          <a:stretch>
            <a:fillRect/>
          </a:stretch>
        </p:blipFill>
        <p:spPr>
          <a:xfrm>
            <a:off x="333103" y="1111291"/>
            <a:ext cx="7256417" cy="2684455"/>
          </a:xfrm>
          <a:prstGeom prst="rect">
            <a:avLst/>
          </a:prstGeom>
        </p:spPr>
      </p:pic>
    </p:spTree>
    <p:extLst>
      <p:ext uri="{BB962C8B-B14F-4D97-AF65-F5344CB8AC3E}">
        <p14:creationId xmlns:p14="http://schemas.microsoft.com/office/powerpoint/2010/main" val="18368922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04538" y="427261"/>
            <a:ext cx="7668310" cy="340654"/>
          </a:xfrm>
        </p:spPr>
        <p:txBody>
          <a:bodyPr/>
          <a:lstStyle/>
          <a:p>
            <a:r>
              <a:rPr lang="en-US" altLang="zh-CN" dirty="0" err="1"/>
              <a:t>ebpf</a:t>
            </a:r>
            <a:r>
              <a:rPr lang="en-US" altLang="zh-CN" dirty="0"/>
              <a:t> important concepts: </a:t>
            </a:r>
            <a:r>
              <a:rPr lang="zh-CN" altLang="en-US" dirty="0"/>
              <a:t>虚拟机</a:t>
            </a:r>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Rectangle 2">
            <a:extLst>
              <a:ext uri="{FF2B5EF4-FFF2-40B4-BE49-F238E27FC236}">
                <a16:creationId xmlns:a16="http://schemas.microsoft.com/office/drawing/2014/main" id="{12BF6F32-EEE5-C265-68E0-F84495BB04A6}"/>
              </a:ext>
            </a:extLst>
          </p:cNvPr>
          <p:cNvSpPr>
            <a:spLocks noChangeArrowheads="1"/>
          </p:cNvSpPr>
          <p:nvPr/>
        </p:nvSpPr>
        <p:spPr bwMode="auto">
          <a:xfrm>
            <a:off x="352699" y="1272512"/>
            <a:ext cx="7720149"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22" tIns="0" rIns="9522"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dirty="0">
                <a:ln>
                  <a:noFill/>
                </a:ln>
                <a:solidFill>
                  <a:srgbClr val="000000"/>
                </a:solidFill>
                <a:effectLst/>
                <a:latin typeface="Arial" panose="020B0604020202020204" pitchFamily="34" charset="0"/>
                <a:ea typeface="Optima-Regular"/>
              </a:rPr>
              <a:t>eBPF 虚拟机的作用就是执行 eBPF 字节码，eBPF 虚拟机比较简单（只有300行代码左右），由 </a:t>
            </a:r>
            <a:r>
              <a:rPr kumimoji="0" lang="zh-CN" altLang="zh-CN" sz="1000" b="0" i="0" u="none" strike="noStrike" cap="none" normalizeH="0" baseline="0" dirty="0">
                <a:ln>
                  <a:noFill/>
                </a:ln>
                <a:solidFill>
                  <a:srgbClr val="EF7060"/>
                </a:solidFill>
                <a:effectLst/>
                <a:latin typeface="Arial Unicode MS"/>
                <a:ea typeface="Operator Mono"/>
              </a:rPr>
              <a:t>__bpf_prog_run()</a:t>
            </a:r>
            <a:r>
              <a:rPr kumimoji="0" lang="zh-CN" altLang="zh-CN" sz="1200" b="0" i="0" u="none" strike="noStrike" cap="none" normalizeH="0" baseline="0" dirty="0">
                <a:ln>
                  <a:noFill/>
                </a:ln>
                <a:solidFill>
                  <a:srgbClr val="000000"/>
                </a:solidFill>
                <a:effectLst/>
                <a:ea typeface="Optima-Regular"/>
              </a:rPr>
              <a:t> 函数实现</a:t>
            </a:r>
            <a:r>
              <a:rPr kumimoji="0" lang="zh-CN" altLang="zh-CN" sz="600" b="0" i="0" u="none" strike="noStrike" cap="none" normalizeH="0" baseline="0" dirty="0">
                <a:ln>
                  <a:noFill/>
                </a:ln>
                <a:solidFill>
                  <a:schemeClr val="tx1"/>
                </a:solidFill>
                <a:effectLst/>
                <a:latin typeface="Arial" panose="020B0604020202020204" pitchFamily="34" charset="0"/>
              </a:rPr>
              <a:t> </a:t>
            </a:r>
            <a:endParaRPr kumimoji="0" lang="en-US" altLang="zh-CN" sz="6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zh-CN" sz="600" b="0" i="0" u="none" strike="noStrike" cap="none" normalizeH="0" baseline="0" dirty="0">
              <a:ln>
                <a:noFill/>
              </a:ln>
              <a:solidFill>
                <a:schemeClr val="tx1"/>
              </a:solidFill>
              <a:effectLst/>
              <a:latin typeface="Arial" panose="020B0604020202020204" pitchFamily="34" charset="0"/>
            </a:endParaRPr>
          </a:p>
          <a:p>
            <a:pPr algn="just" defTabSz="914400"/>
            <a:r>
              <a:rPr lang="zh-CN" altLang="en-US" sz="1200" dirty="0">
                <a:solidFill>
                  <a:srgbClr val="000000"/>
                </a:solidFill>
              </a:rPr>
              <a:t>通用虚拟机因为要模拟真实的计算机，所以通常来说实现比较复杂（如</a:t>
            </a:r>
            <a:r>
              <a:rPr lang="en-US" altLang="zh-CN" sz="1200" dirty="0" err="1">
                <a:solidFill>
                  <a:srgbClr val="000000"/>
                </a:solidFill>
              </a:rPr>
              <a:t>Qemu</a:t>
            </a:r>
            <a:r>
              <a:rPr lang="zh-CN" altLang="en-US" sz="1200" dirty="0">
                <a:solidFill>
                  <a:srgbClr val="000000"/>
                </a:solidFill>
              </a:rPr>
              <a:t>、</a:t>
            </a:r>
            <a:r>
              <a:rPr lang="en-US" altLang="zh-CN" sz="1200" dirty="0">
                <a:solidFill>
                  <a:srgbClr val="000000"/>
                </a:solidFill>
              </a:rPr>
              <a:t>Virtual Box</a:t>
            </a:r>
            <a:r>
              <a:rPr lang="zh-CN" altLang="en-US" sz="1200" dirty="0">
                <a:solidFill>
                  <a:srgbClr val="000000"/>
                </a:solidFill>
              </a:rPr>
              <a:t>等）。</a:t>
            </a:r>
            <a:endParaRPr lang="en-US" altLang="zh-CN" sz="1200" dirty="0">
              <a:solidFill>
                <a:srgbClr val="000000"/>
              </a:solidFill>
            </a:endParaRPr>
          </a:p>
          <a:p>
            <a:pPr algn="just" defTabSz="914400"/>
            <a:endParaRPr lang="zh-CN" altLang="en-US" sz="1200" dirty="0">
              <a:solidFill>
                <a:srgbClr val="000000"/>
              </a:solidFill>
            </a:endParaRPr>
          </a:p>
          <a:p>
            <a:pPr algn="just" defTabSz="914400"/>
            <a:r>
              <a:rPr lang="zh-CN" altLang="en-US" sz="1200" dirty="0">
                <a:solidFill>
                  <a:srgbClr val="000000"/>
                </a:solidFill>
              </a:rPr>
              <a:t>但像 </a:t>
            </a:r>
            <a:r>
              <a:rPr lang="en-US" altLang="zh-CN" sz="1200" dirty="0" err="1">
                <a:solidFill>
                  <a:srgbClr val="000000"/>
                </a:solidFill>
              </a:rPr>
              <a:t>eBPF</a:t>
            </a:r>
            <a:r>
              <a:rPr lang="en-US" altLang="zh-CN" sz="1200" dirty="0">
                <a:solidFill>
                  <a:srgbClr val="000000"/>
                </a:solidFill>
              </a:rPr>
              <a:t> </a:t>
            </a:r>
            <a:r>
              <a:rPr lang="zh-CN" altLang="en-US" sz="1200" dirty="0">
                <a:solidFill>
                  <a:srgbClr val="000000"/>
                </a:solidFill>
              </a:rPr>
              <a:t>虚拟机这种用于特定功能的虚拟机，由于只需要模拟计算机的小部分功能，所以实现通常比较简单。</a:t>
            </a:r>
          </a:p>
        </p:txBody>
      </p:sp>
    </p:spTree>
    <p:extLst>
      <p:ext uri="{BB962C8B-B14F-4D97-AF65-F5344CB8AC3E}">
        <p14:creationId xmlns:p14="http://schemas.microsoft.com/office/powerpoint/2010/main" val="3230720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04538" y="427261"/>
            <a:ext cx="7668310" cy="340654"/>
          </a:xfrm>
        </p:spPr>
        <p:txBody>
          <a:bodyPr/>
          <a:lstStyle/>
          <a:p>
            <a:r>
              <a:rPr lang="en-US" altLang="zh-CN" dirty="0" err="1"/>
              <a:t>ebpf</a:t>
            </a:r>
            <a:r>
              <a:rPr lang="en-US" altLang="zh-CN" dirty="0"/>
              <a:t> important concepts: </a:t>
            </a:r>
            <a:r>
              <a:rPr lang="zh-CN" altLang="en-US" dirty="0"/>
              <a:t>指令集和字节码</a:t>
            </a:r>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4" name="Picture 3">
            <a:extLst>
              <a:ext uri="{FF2B5EF4-FFF2-40B4-BE49-F238E27FC236}">
                <a16:creationId xmlns:a16="http://schemas.microsoft.com/office/drawing/2014/main" id="{B490E3C1-B6A5-82A7-AF80-2173EFCFF930}"/>
              </a:ext>
            </a:extLst>
          </p:cNvPr>
          <p:cNvPicPr>
            <a:picLocks noChangeAspect="1"/>
          </p:cNvPicPr>
          <p:nvPr/>
        </p:nvPicPr>
        <p:blipFill>
          <a:blip r:embed="rId2"/>
          <a:stretch>
            <a:fillRect/>
          </a:stretch>
        </p:blipFill>
        <p:spPr>
          <a:xfrm>
            <a:off x="404538" y="975272"/>
            <a:ext cx="6418218" cy="3400812"/>
          </a:xfrm>
          <a:prstGeom prst="rect">
            <a:avLst/>
          </a:prstGeom>
        </p:spPr>
      </p:pic>
    </p:spTree>
    <p:extLst>
      <p:ext uri="{BB962C8B-B14F-4D97-AF65-F5344CB8AC3E}">
        <p14:creationId xmlns:p14="http://schemas.microsoft.com/office/powerpoint/2010/main" val="32050124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04538" y="427261"/>
            <a:ext cx="7668310" cy="340654"/>
          </a:xfrm>
        </p:spPr>
        <p:txBody>
          <a:bodyPr/>
          <a:lstStyle/>
          <a:p>
            <a:r>
              <a:rPr lang="en-US" altLang="zh-CN" dirty="0" err="1"/>
              <a:t>ebpf</a:t>
            </a:r>
            <a:r>
              <a:rPr lang="en-US" altLang="zh-CN" dirty="0"/>
              <a:t> important concepts: </a:t>
            </a:r>
            <a:r>
              <a:rPr lang="zh-CN" altLang="en-US" dirty="0"/>
              <a:t>指令集和字节码</a:t>
            </a:r>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9" name="Picture 8">
            <a:extLst>
              <a:ext uri="{FF2B5EF4-FFF2-40B4-BE49-F238E27FC236}">
                <a16:creationId xmlns:a16="http://schemas.microsoft.com/office/drawing/2014/main" id="{5448867E-D40C-BB71-DD43-F1F98912C918}"/>
              </a:ext>
            </a:extLst>
          </p:cNvPr>
          <p:cNvPicPr>
            <a:picLocks noChangeAspect="1"/>
          </p:cNvPicPr>
          <p:nvPr/>
        </p:nvPicPr>
        <p:blipFill>
          <a:blip r:embed="rId2"/>
          <a:stretch>
            <a:fillRect/>
          </a:stretch>
        </p:blipFill>
        <p:spPr>
          <a:xfrm>
            <a:off x="404538" y="969808"/>
            <a:ext cx="6616337" cy="3514622"/>
          </a:xfrm>
          <a:prstGeom prst="rect">
            <a:avLst/>
          </a:prstGeom>
        </p:spPr>
      </p:pic>
    </p:spTree>
    <p:extLst>
      <p:ext uri="{BB962C8B-B14F-4D97-AF65-F5344CB8AC3E}">
        <p14:creationId xmlns:p14="http://schemas.microsoft.com/office/powerpoint/2010/main" val="13269788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04538" y="427261"/>
            <a:ext cx="7668310" cy="340654"/>
          </a:xfrm>
        </p:spPr>
        <p:txBody>
          <a:bodyPr/>
          <a:lstStyle/>
          <a:p>
            <a:r>
              <a:rPr lang="en-US" altLang="zh-CN" dirty="0" err="1"/>
              <a:t>ebpf</a:t>
            </a:r>
            <a:r>
              <a:rPr lang="en-US" altLang="zh-CN" dirty="0"/>
              <a:t> important concepts: </a:t>
            </a:r>
            <a:r>
              <a:rPr lang="zh-CN" altLang="en-US" dirty="0"/>
              <a:t>指令集和字节码</a:t>
            </a:r>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6" name="Picture 5">
            <a:extLst>
              <a:ext uri="{FF2B5EF4-FFF2-40B4-BE49-F238E27FC236}">
                <a16:creationId xmlns:a16="http://schemas.microsoft.com/office/drawing/2014/main" id="{DBABFBB6-9A4E-7368-DC84-D265132F6DA4}"/>
              </a:ext>
            </a:extLst>
          </p:cNvPr>
          <p:cNvPicPr>
            <a:picLocks noChangeAspect="1"/>
          </p:cNvPicPr>
          <p:nvPr/>
        </p:nvPicPr>
        <p:blipFill>
          <a:blip r:embed="rId2"/>
          <a:stretch>
            <a:fillRect/>
          </a:stretch>
        </p:blipFill>
        <p:spPr>
          <a:xfrm>
            <a:off x="653143" y="1003927"/>
            <a:ext cx="6635932" cy="3572885"/>
          </a:xfrm>
          <a:prstGeom prst="rect">
            <a:avLst/>
          </a:prstGeom>
        </p:spPr>
      </p:pic>
    </p:spTree>
    <p:extLst>
      <p:ext uri="{BB962C8B-B14F-4D97-AF65-F5344CB8AC3E}">
        <p14:creationId xmlns:p14="http://schemas.microsoft.com/office/powerpoint/2010/main" val="31179829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04538" y="427261"/>
            <a:ext cx="7668310" cy="340654"/>
          </a:xfrm>
        </p:spPr>
        <p:txBody>
          <a:bodyPr/>
          <a:lstStyle/>
          <a:p>
            <a:r>
              <a:rPr lang="en-US" altLang="zh-CN" dirty="0" err="1"/>
              <a:t>ebpf</a:t>
            </a:r>
            <a:r>
              <a:rPr lang="en-US" altLang="zh-CN" dirty="0"/>
              <a:t> important concepts: </a:t>
            </a:r>
            <a:r>
              <a:rPr lang="zh-CN" altLang="en-US" dirty="0"/>
              <a:t>指令集和字节码</a:t>
            </a:r>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4" name="Picture 3">
            <a:extLst>
              <a:ext uri="{FF2B5EF4-FFF2-40B4-BE49-F238E27FC236}">
                <a16:creationId xmlns:a16="http://schemas.microsoft.com/office/drawing/2014/main" id="{83289EFB-FA82-699D-3F2B-4D3703F6A5F0}"/>
              </a:ext>
            </a:extLst>
          </p:cNvPr>
          <p:cNvPicPr>
            <a:picLocks noChangeAspect="1"/>
          </p:cNvPicPr>
          <p:nvPr/>
        </p:nvPicPr>
        <p:blipFill>
          <a:blip r:embed="rId2"/>
          <a:stretch>
            <a:fillRect/>
          </a:stretch>
        </p:blipFill>
        <p:spPr>
          <a:xfrm>
            <a:off x="404538" y="806481"/>
            <a:ext cx="5552125" cy="3994822"/>
          </a:xfrm>
          <a:prstGeom prst="rect">
            <a:avLst/>
          </a:prstGeom>
        </p:spPr>
      </p:pic>
    </p:spTree>
    <p:extLst>
      <p:ext uri="{BB962C8B-B14F-4D97-AF65-F5344CB8AC3E}">
        <p14:creationId xmlns:p14="http://schemas.microsoft.com/office/powerpoint/2010/main" val="9059663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04538" y="427261"/>
            <a:ext cx="7668310" cy="340654"/>
          </a:xfrm>
        </p:spPr>
        <p:txBody>
          <a:bodyPr/>
          <a:lstStyle/>
          <a:p>
            <a:r>
              <a:rPr lang="en-US" altLang="zh-CN" dirty="0" err="1"/>
              <a:t>ebpf</a:t>
            </a:r>
            <a:r>
              <a:rPr lang="en-US" altLang="zh-CN" dirty="0"/>
              <a:t> important concepts: </a:t>
            </a:r>
            <a:r>
              <a:rPr lang="zh-CN" altLang="en-US" dirty="0"/>
              <a:t>虚拟机</a:t>
            </a:r>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8" name="Picture 17">
            <a:extLst>
              <a:ext uri="{FF2B5EF4-FFF2-40B4-BE49-F238E27FC236}">
                <a16:creationId xmlns:a16="http://schemas.microsoft.com/office/drawing/2014/main" id="{E9721FAD-B8D8-5184-7B49-6824B67A46CE}"/>
              </a:ext>
            </a:extLst>
          </p:cNvPr>
          <p:cNvPicPr>
            <a:picLocks noChangeAspect="1"/>
          </p:cNvPicPr>
          <p:nvPr/>
        </p:nvPicPr>
        <p:blipFill>
          <a:blip r:embed="rId2"/>
          <a:stretch>
            <a:fillRect/>
          </a:stretch>
        </p:blipFill>
        <p:spPr>
          <a:xfrm>
            <a:off x="1774332" y="1226276"/>
            <a:ext cx="4417462" cy="3140068"/>
          </a:xfrm>
          <a:prstGeom prst="rect">
            <a:avLst/>
          </a:prstGeom>
        </p:spPr>
      </p:pic>
    </p:spTree>
    <p:extLst>
      <p:ext uri="{BB962C8B-B14F-4D97-AF65-F5344CB8AC3E}">
        <p14:creationId xmlns:p14="http://schemas.microsoft.com/office/powerpoint/2010/main" val="20056773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04538" y="427261"/>
            <a:ext cx="7668310" cy="340654"/>
          </a:xfrm>
        </p:spPr>
        <p:txBody>
          <a:bodyPr/>
          <a:lstStyle/>
          <a:p>
            <a:r>
              <a:rPr lang="en-US" altLang="zh-CN" dirty="0" err="1"/>
              <a:t>ebpf</a:t>
            </a:r>
            <a:r>
              <a:rPr lang="en-US" altLang="zh-CN" dirty="0"/>
              <a:t> important concepts: </a:t>
            </a:r>
            <a:r>
              <a:rPr lang="zh-CN" altLang="en-US" dirty="0"/>
              <a:t>虚拟机</a:t>
            </a:r>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4" name="Picture 3">
            <a:extLst>
              <a:ext uri="{FF2B5EF4-FFF2-40B4-BE49-F238E27FC236}">
                <a16:creationId xmlns:a16="http://schemas.microsoft.com/office/drawing/2014/main" id="{D7FE7EDA-FD7B-9CB8-FE7B-D672405939BA}"/>
              </a:ext>
            </a:extLst>
          </p:cNvPr>
          <p:cNvPicPr>
            <a:picLocks noChangeAspect="1"/>
          </p:cNvPicPr>
          <p:nvPr/>
        </p:nvPicPr>
        <p:blipFill>
          <a:blip r:embed="rId2"/>
          <a:stretch>
            <a:fillRect/>
          </a:stretch>
        </p:blipFill>
        <p:spPr>
          <a:xfrm>
            <a:off x="467806" y="1036849"/>
            <a:ext cx="7313303" cy="2894003"/>
          </a:xfrm>
          <a:prstGeom prst="rect">
            <a:avLst/>
          </a:prstGeom>
        </p:spPr>
      </p:pic>
    </p:spTree>
    <p:extLst>
      <p:ext uri="{BB962C8B-B14F-4D97-AF65-F5344CB8AC3E}">
        <p14:creationId xmlns:p14="http://schemas.microsoft.com/office/powerpoint/2010/main" val="10606344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04538" y="427261"/>
            <a:ext cx="7668310" cy="340654"/>
          </a:xfrm>
        </p:spPr>
        <p:txBody>
          <a:bodyPr/>
          <a:lstStyle/>
          <a:p>
            <a:r>
              <a:rPr lang="en-US" altLang="zh-CN" dirty="0" err="1"/>
              <a:t>ebpf</a:t>
            </a:r>
            <a:r>
              <a:rPr lang="en-US" altLang="zh-CN" dirty="0"/>
              <a:t> important concepts: </a:t>
            </a:r>
            <a:r>
              <a:rPr lang="en-US" altLang="zh-CN" dirty="0" err="1"/>
              <a:t>jit</a:t>
            </a:r>
            <a:r>
              <a:rPr lang="en-US" altLang="zh-CN" dirty="0"/>
              <a:t>[just in time]</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4" name="Picture 3">
            <a:extLst>
              <a:ext uri="{FF2B5EF4-FFF2-40B4-BE49-F238E27FC236}">
                <a16:creationId xmlns:a16="http://schemas.microsoft.com/office/drawing/2014/main" id="{71DA4688-9E97-7F6C-BD05-85977F116315}"/>
              </a:ext>
            </a:extLst>
          </p:cNvPr>
          <p:cNvPicPr>
            <a:picLocks noChangeAspect="1"/>
          </p:cNvPicPr>
          <p:nvPr/>
        </p:nvPicPr>
        <p:blipFill>
          <a:blip r:embed="rId2"/>
          <a:stretch>
            <a:fillRect/>
          </a:stretch>
        </p:blipFill>
        <p:spPr>
          <a:xfrm>
            <a:off x="169088" y="932294"/>
            <a:ext cx="3065466" cy="1771717"/>
          </a:xfrm>
          <a:prstGeom prst="rect">
            <a:avLst/>
          </a:prstGeom>
        </p:spPr>
      </p:pic>
      <p:pic>
        <p:nvPicPr>
          <p:cNvPr id="10" name="Picture 9">
            <a:extLst>
              <a:ext uri="{FF2B5EF4-FFF2-40B4-BE49-F238E27FC236}">
                <a16:creationId xmlns:a16="http://schemas.microsoft.com/office/drawing/2014/main" id="{A1C85884-45CD-241D-DFD4-C9CFB589AF8E}"/>
              </a:ext>
            </a:extLst>
          </p:cNvPr>
          <p:cNvPicPr>
            <a:picLocks noChangeAspect="1"/>
          </p:cNvPicPr>
          <p:nvPr/>
        </p:nvPicPr>
        <p:blipFill>
          <a:blip r:embed="rId3"/>
          <a:stretch>
            <a:fillRect/>
          </a:stretch>
        </p:blipFill>
        <p:spPr>
          <a:xfrm>
            <a:off x="5804338" y="859355"/>
            <a:ext cx="3339662" cy="2334984"/>
          </a:xfrm>
          <a:prstGeom prst="rect">
            <a:avLst/>
          </a:prstGeom>
        </p:spPr>
      </p:pic>
      <p:pic>
        <p:nvPicPr>
          <p:cNvPr id="12" name="Picture 11">
            <a:extLst>
              <a:ext uri="{FF2B5EF4-FFF2-40B4-BE49-F238E27FC236}">
                <a16:creationId xmlns:a16="http://schemas.microsoft.com/office/drawing/2014/main" id="{E511FBE1-64B7-159E-BD56-6BB3D95B287B}"/>
              </a:ext>
            </a:extLst>
          </p:cNvPr>
          <p:cNvPicPr>
            <a:picLocks noChangeAspect="1"/>
          </p:cNvPicPr>
          <p:nvPr/>
        </p:nvPicPr>
        <p:blipFill>
          <a:blip r:embed="rId4"/>
          <a:stretch>
            <a:fillRect/>
          </a:stretch>
        </p:blipFill>
        <p:spPr>
          <a:xfrm>
            <a:off x="3017520" y="2381213"/>
            <a:ext cx="3180569" cy="2393262"/>
          </a:xfrm>
          <a:prstGeom prst="rect">
            <a:avLst/>
          </a:prstGeom>
        </p:spPr>
      </p:pic>
    </p:spTree>
    <p:extLst>
      <p:ext uri="{BB962C8B-B14F-4D97-AF65-F5344CB8AC3E}">
        <p14:creationId xmlns:p14="http://schemas.microsoft.com/office/powerpoint/2010/main" val="9348001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04538" y="427261"/>
            <a:ext cx="7668310" cy="340654"/>
          </a:xfrm>
        </p:spPr>
        <p:txBody>
          <a:bodyPr/>
          <a:lstStyle/>
          <a:p>
            <a:r>
              <a:rPr lang="en-US" altLang="zh-CN" dirty="0" err="1"/>
              <a:t>ebpf</a:t>
            </a:r>
            <a:r>
              <a:rPr lang="en-US" altLang="zh-CN" dirty="0"/>
              <a:t> important concepts: </a:t>
            </a:r>
            <a:r>
              <a:rPr lang="en-US" altLang="zh-CN" dirty="0" err="1"/>
              <a:t>jit</a:t>
            </a:r>
            <a:r>
              <a:rPr lang="en-US" altLang="zh-CN" dirty="0"/>
              <a:t> or not</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6" name="Picture 5">
            <a:extLst>
              <a:ext uri="{FF2B5EF4-FFF2-40B4-BE49-F238E27FC236}">
                <a16:creationId xmlns:a16="http://schemas.microsoft.com/office/drawing/2014/main" id="{2A59367D-21F5-56E8-4855-66B837914315}"/>
              </a:ext>
            </a:extLst>
          </p:cNvPr>
          <p:cNvPicPr>
            <a:picLocks noChangeAspect="1"/>
          </p:cNvPicPr>
          <p:nvPr/>
        </p:nvPicPr>
        <p:blipFill>
          <a:blip r:embed="rId2"/>
          <a:stretch>
            <a:fillRect/>
          </a:stretch>
        </p:blipFill>
        <p:spPr>
          <a:xfrm>
            <a:off x="320102" y="1223126"/>
            <a:ext cx="6897063" cy="276264"/>
          </a:xfrm>
          <a:prstGeom prst="rect">
            <a:avLst/>
          </a:prstGeom>
        </p:spPr>
      </p:pic>
      <p:pic>
        <p:nvPicPr>
          <p:cNvPr id="9" name="Picture 8">
            <a:extLst>
              <a:ext uri="{FF2B5EF4-FFF2-40B4-BE49-F238E27FC236}">
                <a16:creationId xmlns:a16="http://schemas.microsoft.com/office/drawing/2014/main" id="{D101F32E-973C-2606-5110-1DE581D05516}"/>
              </a:ext>
            </a:extLst>
          </p:cNvPr>
          <p:cNvPicPr>
            <a:picLocks noChangeAspect="1"/>
          </p:cNvPicPr>
          <p:nvPr/>
        </p:nvPicPr>
        <p:blipFill>
          <a:blip r:embed="rId3"/>
          <a:stretch>
            <a:fillRect/>
          </a:stretch>
        </p:blipFill>
        <p:spPr>
          <a:xfrm>
            <a:off x="719491" y="1637522"/>
            <a:ext cx="6620799" cy="228632"/>
          </a:xfrm>
          <a:prstGeom prst="rect">
            <a:avLst/>
          </a:prstGeom>
        </p:spPr>
      </p:pic>
      <p:pic>
        <p:nvPicPr>
          <p:cNvPr id="13" name="Picture 12">
            <a:extLst>
              <a:ext uri="{FF2B5EF4-FFF2-40B4-BE49-F238E27FC236}">
                <a16:creationId xmlns:a16="http://schemas.microsoft.com/office/drawing/2014/main" id="{1A9D284C-0D4D-D029-FCF4-5A6775B10591}"/>
              </a:ext>
            </a:extLst>
          </p:cNvPr>
          <p:cNvPicPr>
            <a:picLocks noChangeAspect="1"/>
          </p:cNvPicPr>
          <p:nvPr/>
        </p:nvPicPr>
        <p:blipFill>
          <a:blip r:embed="rId4"/>
          <a:stretch>
            <a:fillRect/>
          </a:stretch>
        </p:blipFill>
        <p:spPr>
          <a:xfrm>
            <a:off x="3790985" y="2301522"/>
            <a:ext cx="5165940" cy="1682649"/>
          </a:xfrm>
          <a:prstGeom prst="rect">
            <a:avLst/>
          </a:prstGeom>
        </p:spPr>
      </p:pic>
      <p:pic>
        <p:nvPicPr>
          <p:cNvPr id="15" name="Picture 14">
            <a:extLst>
              <a:ext uri="{FF2B5EF4-FFF2-40B4-BE49-F238E27FC236}">
                <a16:creationId xmlns:a16="http://schemas.microsoft.com/office/drawing/2014/main" id="{FCE81407-DB4E-3BFA-18C2-6AB33E591167}"/>
              </a:ext>
            </a:extLst>
          </p:cNvPr>
          <p:cNvPicPr>
            <a:picLocks noChangeAspect="1"/>
          </p:cNvPicPr>
          <p:nvPr/>
        </p:nvPicPr>
        <p:blipFill>
          <a:blip r:embed="rId5"/>
          <a:stretch>
            <a:fillRect/>
          </a:stretch>
        </p:blipFill>
        <p:spPr>
          <a:xfrm>
            <a:off x="277158" y="2283426"/>
            <a:ext cx="3901440" cy="1772997"/>
          </a:xfrm>
          <a:prstGeom prst="rect">
            <a:avLst/>
          </a:prstGeom>
        </p:spPr>
      </p:pic>
    </p:spTree>
    <p:extLst>
      <p:ext uri="{BB962C8B-B14F-4D97-AF65-F5344CB8AC3E}">
        <p14:creationId xmlns:p14="http://schemas.microsoft.com/office/powerpoint/2010/main" val="22858048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linux</a:t>
            </a:r>
            <a:r>
              <a:rPr lang="en-US" altLang="zh-CN" dirty="0"/>
              <a:t> tracing system about </a:t>
            </a:r>
            <a:r>
              <a:rPr lang="en-US" altLang="zh-CN" dirty="0" err="1"/>
              <a:t>ebpf</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3" name="图片 2">
            <a:extLst>
              <a:ext uri="{FF2B5EF4-FFF2-40B4-BE49-F238E27FC236}">
                <a16:creationId xmlns:a16="http://schemas.microsoft.com/office/drawing/2014/main" id="{4BB9E1E6-5F7C-76A8-1D99-F889E1CC995C}"/>
              </a:ext>
            </a:extLst>
          </p:cNvPr>
          <p:cNvPicPr>
            <a:picLocks noChangeAspect="1"/>
          </p:cNvPicPr>
          <p:nvPr/>
        </p:nvPicPr>
        <p:blipFill>
          <a:blip r:embed="rId2"/>
          <a:stretch>
            <a:fillRect/>
          </a:stretch>
        </p:blipFill>
        <p:spPr>
          <a:xfrm>
            <a:off x="188167" y="1508278"/>
            <a:ext cx="8392886" cy="1963816"/>
          </a:xfrm>
          <a:prstGeom prst="rect">
            <a:avLst/>
          </a:prstGeom>
        </p:spPr>
      </p:pic>
    </p:spTree>
    <p:extLst>
      <p:ext uri="{BB962C8B-B14F-4D97-AF65-F5344CB8AC3E}">
        <p14:creationId xmlns:p14="http://schemas.microsoft.com/office/powerpoint/2010/main" val="13027093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workflow </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7" name="Picture 6">
            <a:extLst>
              <a:ext uri="{FF2B5EF4-FFF2-40B4-BE49-F238E27FC236}">
                <a16:creationId xmlns:a16="http://schemas.microsoft.com/office/drawing/2014/main" id="{CDE3C664-3A82-B94B-DA7E-AF94623C20B5}"/>
              </a:ext>
            </a:extLst>
          </p:cNvPr>
          <p:cNvPicPr>
            <a:picLocks noChangeAspect="1"/>
          </p:cNvPicPr>
          <p:nvPr/>
        </p:nvPicPr>
        <p:blipFill>
          <a:blip r:embed="rId2"/>
          <a:stretch>
            <a:fillRect/>
          </a:stretch>
        </p:blipFill>
        <p:spPr>
          <a:xfrm>
            <a:off x="65314" y="921931"/>
            <a:ext cx="9144000" cy="3756837"/>
          </a:xfrm>
          <a:prstGeom prst="rect">
            <a:avLst/>
          </a:prstGeom>
        </p:spPr>
      </p:pic>
    </p:spTree>
    <p:extLst>
      <p:ext uri="{BB962C8B-B14F-4D97-AF65-F5344CB8AC3E}">
        <p14:creationId xmlns:p14="http://schemas.microsoft.com/office/powerpoint/2010/main" val="670703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middle level workflow </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4" name="Picture 3">
            <a:extLst>
              <a:ext uri="{FF2B5EF4-FFF2-40B4-BE49-F238E27FC236}">
                <a16:creationId xmlns:a16="http://schemas.microsoft.com/office/drawing/2014/main" id="{01360335-401E-671F-8692-BECD089D0028}"/>
              </a:ext>
            </a:extLst>
          </p:cNvPr>
          <p:cNvPicPr>
            <a:picLocks noChangeAspect="1"/>
          </p:cNvPicPr>
          <p:nvPr/>
        </p:nvPicPr>
        <p:blipFill>
          <a:blip r:embed="rId2"/>
          <a:stretch>
            <a:fillRect/>
          </a:stretch>
        </p:blipFill>
        <p:spPr>
          <a:xfrm>
            <a:off x="417600" y="773431"/>
            <a:ext cx="7380514" cy="3974123"/>
          </a:xfrm>
          <a:prstGeom prst="rect">
            <a:avLst/>
          </a:prstGeom>
        </p:spPr>
      </p:pic>
    </p:spTree>
    <p:extLst>
      <p:ext uri="{BB962C8B-B14F-4D97-AF65-F5344CB8AC3E}">
        <p14:creationId xmlns:p14="http://schemas.microsoft.com/office/powerpoint/2010/main" val="27820759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support :</a:t>
            </a:r>
            <a:r>
              <a:rPr lang="zh-CN" altLang="en-US" dirty="0"/>
              <a:t> </a:t>
            </a:r>
            <a:r>
              <a:rPr lang="en-US" altLang="zh-CN" dirty="0"/>
              <a:t>important </a:t>
            </a:r>
            <a:r>
              <a:rPr lang="en-US" altLang="zh-CN" dirty="0" err="1"/>
              <a:t>headfile</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9" name="Picture 8">
            <a:extLst>
              <a:ext uri="{FF2B5EF4-FFF2-40B4-BE49-F238E27FC236}">
                <a16:creationId xmlns:a16="http://schemas.microsoft.com/office/drawing/2014/main" id="{2105CF76-EDA9-46E8-2FFA-29F289D070F3}"/>
              </a:ext>
            </a:extLst>
          </p:cNvPr>
          <p:cNvPicPr>
            <a:picLocks noChangeAspect="1"/>
          </p:cNvPicPr>
          <p:nvPr/>
        </p:nvPicPr>
        <p:blipFill>
          <a:blip r:embed="rId2"/>
          <a:stretch>
            <a:fillRect/>
          </a:stretch>
        </p:blipFill>
        <p:spPr>
          <a:xfrm>
            <a:off x="417600" y="969045"/>
            <a:ext cx="2599920" cy="366312"/>
          </a:xfrm>
          <a:prstGeom prst="rect">
            <a:avLst/>
          </a:prstGeom>
        </p:spPr>
      </p:pic>
      <p:pic>
        <p:nvPicPr>
          <p:cNvPr id="11" name="Picture 10">
            <a:extLst>
              <a:ext uri="{FF2B5EF4-FFF2-40B4-BE49-F238E27FC236}">
                <a16:creationId xmlns:a16="http://schemas.microsoft.com/office/drawing/2014/main" id="{7A9B2D93-B3C0-5D57-75DC-10D9B08A59F2}"/>
              </a:ext>
            </a:extLst>
          </p:cNvPr>
          <p:cNvPicPr>
            <a:picLocks noChangeAspect="1"/>
          </p:cNvPicPr>
          <p:nvPr/>
        </p:nvPicPr>
        <p:blipFill>
          <a:blip r:embed="rId3"/>
          <a:stretch>
            <a:fillRect/>
          </a:stretch>
        </p:blipFill>
        <p:spPr>
          <a:xfrm>
            <a:off x="417600" y="1379220"/>
            <a:ext cx="3901441" cy="1009274"/>
          </a:xfrm>
          <a:prstGeom prst="rect">
            <a:avLst/>
          </a:prstGeom>
        </p:spPr>
      </p:pic>
      <p:pic>
        <p:nvPicPr>
          <p:cNvPr id="13" name="Picture 12">
            <a:extLst>
              <a:ext uri="{FF2B5EF4-FFF2-40B4-BE49-F238E27FC236}">
                <a16:creationId xmlns:a16="http://schemas.microsoft.com/office/drawing/2014/main" id="{C585FE40-88AB-8549-56F4-5CE228837BF5}"/>
              </a:ext>
            </a:extLst>
          </p:cNvPr>
          <p:cNvPicPr>
            <a:picLocks noChangeAspect="1"/>
          </p:cNvPicPr>
          <p:nvPr/>
        </p:nvPicPr>
        <p:blipFill>
          <a:blip r:embed="rId4"/>
          <a:stretch>
            <a:fillRect/>
          </a:stretch>
        </p:blipFill>
        <p:spPr>
          <a:xfrm>
            <a:off x="411205" y="2477139"/>
            <a:ext cx="5155417" cy="847315"/>
          </a:xfrm>
          <a:prstGeom prst="rect">
            <a:avLst/>
          </a:prstGeom>
        </p:spPr>
      </p:pic>
      <p:pic>
        <p:nvPicPr>
          <p:cNvPr id="15" name="Picture 14">
            <a:extLst>
              <a:ext uri="{FF2B5EF4-FFF2-40B4-BE49-F238E27FC236}">
                <a16:creationId xmlns:a16="http://schemas.microsoft.com/office/drawing/2014/main" id="{066F91ED-D33B-B8E8-8134-B6E034CCA5C0}"/>
              </a:ext>
            </a:extLst>
          </p:cNvPr>
          <p:cNvPicPr>
            <a:picLocks noChangeAspect="1"/>
          </p:cNvPicPr>
          <p:nvPr/>
        </p:nvPicPr>
        <p:blipFill>
          <a:blip r:embed="rId5"/>
          <a:stretch>
            <a:fillRect/>
          </a:stretch>
        </p:blipFill>
        <p:spPr>
          <a:xfrm>
            <a:off x="285023" y="3438534"/>
            <a:ext cx="5281599" cy="847315"/>
          </a:xfrm>
          <a:prstGeom prst="rect">
            <a:avLst/>
          </a:prstGeom>
        </p:spPr>
      </p:pic>
      <p:sp>
        <p:nvSpPr>
          <p:cNvPr id="17" name="TextBox 16">
            <a:extLst>
              <a:ext uri="{FF2B5EF4-FFF2-40B4-BE49-F238E27FC236}">
                <a16:creationId xmlns:a16="http://schemas.microsoft.com/office/drawing/2014/main" id="{B2DE6D24-6435-A872-CEEA-F1ADAC2F47DC}"/>
              </a:ext>
            </a:extLst>
          </p:cNvPr>
          <p:cNvSpPr txBox="1"/>
          <p:nvPr/>
        </p:nvSpPr>
        <p:spPr>
          <a:xfrm>
            <a:off x="2617786" y="2735867"/>
            <a:ext cx="4985990" cy="307777"/>
          </a:xfrm>
          <a:prstGeom prst="rect">
            <a:avLst/>
          </a:prstGeom>
          <a:solidFill>
            <a:srgbClr val="FBE5E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4283" tIns="0" rIns="14283" bIns="0" numCol="1" anchor="ctr" anchorCtr="0" compatLnSpc="1">
            <a:prstTxWarp prst="textNoShape">
              <a:avLst/>
            </a:prstTxWarp>
            <a:spAutoFit/>
          </a:bodyPr>
          <a:lstStyle>
            <a:defPPr>
              <a:defRPr lang="en-US"/>
            </a:defPPr>
            <a:lvl1pPr marR="0" lvl="0" indent="0" defTabSz="914400" eaLnBrk="0" fontAlgn="base" hangingPunct="0">
              <a:lnSpc>
                <a:spcPct val="100000"/>
              </a:lnSpc>
              <a:spcBef>
                <a:spcPct val="0"/>
              </a:spcBef>
              <a:spcAft>
                <a:spcPct val="0"/>
              </a:spcAft>
              <a:buClrTx/>
              <a:buSzTx/>
              <a:buFontTx/>
              <a:buNone/>
              <a:tabLst/>
              <a:defRPr kumimoji="0" sz="1000" b="0" i="0" u="none" strike="noStrike" cap="none" normalizeH="0" baseline="0">
                <a:ln>
                  <a:noFill/>
                </a:ln>
                <a:solidFill>
                  <a:srgbClr val="000000"/>
                </a:solidFill>
                <a:effectLst/>
                <a:latin typeface="Arial" panose="020B0604020202020204" pitchFamily="34" charset="0"/>
                <a:ea typeface="Helvetica Neue"/>
              </a:defRPr>
            </a:lvl1pPr>
            <a:lvl2pPr eaLnBrk="0" fontAlgn="base" hangingPunct="0">
              <a:spcBef>
                <a:spcPct val="0"/>
              </a:spcBef>
              <a:spcAft>
                <a:spcPct val="0"/>
              </a:spcAft>
              <a:defRPr>
                <a:latin typeface="Arial" panose="020B0604020202020204" pitchFamily="34" charset="0"/>
              </a:defRPr>
            </a:lvl2pPr>
            <a:lvl3pPr eaLnBrk="0" fontAlgn="base" hangingPunct="0">
              <a:spcBef>
                <a:spcPct val="0"/>
              </a:spcBef>
              <a:spcAft>
                <a:spcPct val="0"/>
              </a:spcAft>
              <a:defRPr>
                <a:latin typeface="Arial" panose="020B0604020202020204" pitchFamily="34" charset="0"/>
              </a:defRPr>
            </a:lvl3pPr>
            <a:lvl4pPr eaLnBrk="0" fontAlgn="base" hangingPunct="0">
              <a:spcBef>
                <a:spcPct val="0"/>
              </a:spcBef>
              <a:spcAft>
                <a:spcPct val="0"/>
              </a:spcAft>
              <a:defRPr>
                <a:latin typeface="Arial" panose="020B0604020202020204" pitchFamily="34" charset="0"/>
              </a:defRPr>
            </a:lvl4pPr>
            <a:lvl5pPr eaLnBrk="0" fontAlgn="base" hangingPunct="0">
              <a:spcBef>
                <a:spcPct val="0"/>
              </a:spcBef>
              <a:spcAft>
                <a:spcPct val="0"/>
              </a:spcAft>
              <a:defRPr>
                <a:latin typeface="Arial" panose="020B0604020202020204" pitchFamily="34" charset="0"/>
              </a:defRPr>
            </a:lvl5pPr>
            <a:lvl6pPr eaLnBrk="0" fontAlgn="base" hangingPunct="0">
              <a:spcBef>
                <a:spcPct val="0"/>
              </a:spcBef>
              <a:spcAft>
                <a:spcPct val="0"/>
              </a:spcAft>
              <a:defRPr>
                <a:latin typeface="Arial" panose="020B0604020202020204" pitchFamily="34" charset="0"/>
              </a:defRPr>
            </a:lvl6pPr>
            <a:lvl7pPr eaLnBrk="0" fontAlgn="base" hangingPunct="0">
              <a:spcBef>
                <a:spcPct val="0"/>
              </a:spcBef>
              <a:spcAft>
                <a:spcPct val="0"/>
              </a:spcAft>
              <a:defRPr>
                <a:latin typeface="Arial" panose="020B0604020202020204" pitchFamily="34" charset="0"/>
              </a:defRPr>
            </a:lvl7pPr>
            <a:lvl8pPr eaLnBrk="0" fontAlgn="base" hangingPunct="0">
              <a:spcBef>
                <a:spcPct val="0"/>
              </a:spcBef>
              <a:spcAft>
                <a:spcPct val="0"/>
              </a:spcAft>
              <a:defRPr>
                <a:latin typeface="Arial" panose="020B0604020202020204" pitchFamily="34" charset="0"/>
              </a:defRPr>
            </a:lvl8pPr>
            <a:lvl9pPr eaLnBrk="0" fontAlgn="base" hangingPunct="0">
              <a:spcBef>
                <a:spcPct val="0"/>
              </a:spcBef>
              <a:spcAft>
                <a:spcPct val="0"/>
              </a:spcAft>
              <a:defRPr>
                <a:latin typeface="Arial" panose="020B0604020202020204" pitchFamily="34" charset="0"/>
              </a:defRPr>
            </a:lvl9pPr>
          </a:lstStyle>
          <a:p>
            <a:r>
              <a:rPr lang="en-US" altLang="zh-CN" dirty="0"/>
              <a:t>BPF</a:t>
            </a:r>
            <a:r>
              <a:rPr lang="zh-CN" altLang="en-US" dirty="0"/>
              <a:t>中定义各种</a:t>
            </a:r>
            <a:r>
              <a:rPr lang="en-US" altLang="zh-CN" dirty="0"/>
              <a:t>map</a:t>
            </a:r>
            <a:r>
              <a:rPr lang="zh-CN" altLang="en-US" dirty="0"/>
              <a:t>数据结构存放数据，用于</a:t>
            </a:r>
            <a:r>
              <a:rPr lang="en-US" altLang="zh-CN" dirty="0"/>
              <a:t>kernel</a:t>
            </a:r>
            <a:r>
              <a:rPr lang="zh-CN" altLang="en-US" dirty="0"/>
              <a:t>和用户层的数据交换，</a:t>
            </a:r>
            <a:endParaRPr lang="en-US" altLang="zh-CN" dirty="0"/>
          </a:p>
          <a:p>
            <a:r>
              <a:rPr lang="zh-CN" altLang="en-US" dirty="0"/>
              <a:t>比如传递数据包、</a:t>
            </a:r>
            <a:r>
              <a:rPr lang="en-US" altLang="zh-CN" dirty="0"/>
              <a:t>Trace </a:t>
            </a:r>
            <a:r>
              <a:rPr lang="zh-CN" altLang="en-US" dirty="0"/>
              <a:t>数据等。</a:t>
            </a:r>
          </a:p>
        </p:txBody>
      </p:sp>
      <p:sp>
        <p:nvSpPr>
          <p:cNvPr id="18" name="Rectangle 1">
            <a:extLst>
              <a:ext uri="{FF2B5EF4-FFF2-40B4-BE49-F238E27FC236}">
                <a16:creationId xmlns:a16="http://schemas.microsoft.com/office/drawing/2014/main" id="{75182C2E-8AAD-862F-139A-052CDC0AD601}"/>
              </a:ext>
            </a:extLst>
          </p:cNvPr>
          <p:cNvSpPr>
            <a:spLocks noChangeArrowheads="1"/>
          </p:cNvSpPr>
          <p:nvPr/>
        </p:nvSpPr>
        <p:spPr bwMode="auto">
          <a:xfrm>
            <a:off x="2519814" y="1646513"/>
            <a:ext cx="4899889" cy="292388"/>
          </a:xfrm>
          <a:prstGeom prst="rect">
            <a:avLst/>
          </a:prstGeom>
          <a:solidFill>
            <a:srgbClr val="FBE5E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4283" tIns="0" rIns="14283"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1000" b="0" i="0" u="none" strike="noStrike" cap="none" normalizeH="0" baseline="0" dirty="0">
                <a:ln>
                  <a:noFill/>
                </a:ln>
                <a:solidFill>
                  <a:srgbClr val="000000"/>
                </a:solidFill>
                <a:effectLst/>
                <a:latin typeface="Arial" panose="020B0604020202020204" pitchFamily="34" charset="0"/>
                <a:ea typeface="Helvetica Neue"/>
              </a:rPr>
              <a:t>eBPF应用程序通过唯一的系统调用接口与kernel通信。</a:t>
            </a:r>
            <a:endParaRPr kumimoji="0" lang="zh-CN" altLang="zh-CN" sz="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ctr" latinLnBrk="0" hangingPunct="0">
              <a:lnSpc>
                <a:spcPct val="100000"/>
              </a:lnSpc>
              <a:spcBef>
                <a:spcPct val="0"/>
              </a:spcBef>
              <a:spcAft>
                <a:spcPct val="0"/>
              </a:spcAft>
              <a:buClrTx/>
              <a:buSzTx/>
              <a:buFontTx/>
              <a:buNone/>
              <a:tabLst/>
            </a:pPr>
            <a:r>
              <a:rPr kumimoji="0" lang="zh-CN" altLang="zh-CN" sz="900" b="0" i="0" u="none" strike="noStrike" cap="none" normalizeH="0" baseline="0" dirty="0">
                <a:ln>
                  <a:noFill/>
                </a:ln>
                <a:solidFill>
                  <a:srgbClr val="C0341D"/>
                </a:solidFill>
                <a:effectLst/>
                <a:latin typeface="Arial Unicode MS"/>
                <a:ea typeface="ui-monospace"/>
              </a:rPr>
              <a:t>SYSCALL_DEFINE3(bpf, int, cmd, union bpf_attr __user *, uattr, unsigned int, size)</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9" name="TextBox 18">
            <a:extLst>
              <a:ext uri="{FF2B5EF4-FFF2-40B4-BE49-F238E27FC236}">
                <a16:creationId xmlns:a16="http://schemas.microsoft.com/office/drawing/2014/main" id="{85D7DDC3-1310-579B-5A4A-F1DEEA0CC2AD}"/>
              </a:ext>
            </a:extLst>
          </p:cNvPr>
          <p:cNvSpPr txBox="1"/>
          <p:nvPr/>
        </p:nvSpPr>
        <p:spPr>
          <a:xfrm>
            <a:off x="2460021" y="3806458"/>
            <a:ext cx="4985990" cy="153888"/>
          </a:xfrm>
          <a:prstGeom prst="rect">
            <a:avLst/>
          </a:prstGeom>
          <a:solidFill>
            <a:srgbClr val="FBE5E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4283" tIns="0" rIns="14283" bIns="0" numCol="1" anchor="ctr" anchorCtr="0" compatLnSpc="1">
            <a:prstTxWarp prst="textNoShape">
              <a:avLst/>
            </a:prstTxWarp>
            <a:spAutoFit/>
          </a:bodyPr>
          <a:lstStyle>
            <a:defPPr>
              <a:defRPr lang="en-US"/>
            </a:defPPr>
            <a:lvl1pPr marR="0" lvl="0" indent="0" defTabSz="914400" eaLnBrk="0" fontAlgn="base" hangingPunct="0">
              <a:lnSpc>
                <a:spcPct val="100000"/>
              </a:lnSpc>
              <a:spcBef>
                <a:spcPct val="0"/>
              </a:spcBef>
              <a:spcAft>
                <a:spcPct val="0"/>
              </a:spcAft>
              <a:buClrTx/>
              <a:buSzTx/>
              <a:buFontTx/>
              <a:buNone/>
              <a:tabLst/>
              <a:defRPr kumimoji="0" sz="1000" b="0" i="0" u="none" strike="noStrike" cap="none" normalizeH="0" baseline="0">
                <a:ln>
                  <a:noFill/>
                </a:ln>
                <a:solidFill>
                  <a:srgbClr val="000000"/>
                </a:solidFill>
                <a:effectLst/>
                <a:latin typeface="Arial" panose="020B0604020202020204" pitchFamily="34" charset="0"/>
                <a:ea typeface="Helvetica Neue"/>
              </a:defRPr>
            </a:lvl1pPr>
            <a:lvl2pPr eaLnBrk="0" fontAlgn="base" hangingPunct="0">
              <a:spcBef>
                <a:spcPct val="0"/>
              </a:spcBef>
              <a:spcAft>
                <a:spcPct val="0"/>
              </a:spcAft>
              <a:defRPr>
                <a:latin typeface="Arial" panose="020B0604020202020204" pitchFamily="34" charset="0"/>
              </a:defRPr>
            </a:lvl2pPr>
            <a:lvl3pPr eaLnBrk="0" fontAlgn="base" hangingPunct="0">
              <a:spcBef>
                <a:spcPct val="0"/>
              </a:spcBef>
              <a:spcAft>
                <a:spcPct val="0"/>
              </a:spcAft>
              <a:defRPr>
                <a:latin typeface="Arial" panose="020B0604020202020204" pitchFamily="34" charset="0"/>
              </a:defRPr>
            </a:lvl3pPr>
            <a:lvl4pPr eaLnBrk="0" fontAlgn="base" hangingPunct="0">
              <a:spcBef>
                <a:spcPct val="0"/>
              </a:spcBef>
              <a:spcAft>
                <a:spcPct val="0"/>
              </a:spcAft>
              <a:defRPr>
                <a:latin typeface="Arial" panose="020B0604020202020204" pitchFamily="34" charset="0"/>
              </a:defRPr>
            </a:lvl4pPr>
            <a:lvl5pPr eaLnBrk="0" fontAlgn="base" hangingPunct="0">
              <a:spcBef>
                <a:spcPct val="0"/>
              </a:spcBef>
              <a:spcAft>
                <a:spcPct val="0"/>
              </a:spcAft>
              <a:defRPr>
                <a:latin typeface="Arial" panose="020B0604020202020204" pitchFamily="34" charset="0"/>
              </a:defRPr>
            </a:lvl5pPr>
            <a:lvl6pPr eaLnBrk="0" fontAlgn="base" hangingPunct="0">
              <a:spcBef>
                <a:spcPct val="0"/>
              </a:spcBef>
              <a:spcAft>
                <a:spcPct val="0"/>
              </a:spcAft>
              <a:defRPr>
                <a:latin typeface="Arial" panose="020B0604020202020204" pitchFamily="34" charset="0"/>
              </a:defRPr>
            </a:lvl6pPr>
            <a:lvl7pPr eaLnBrk="0" fontAlgn="base" hangingPunct="0">
              <a:spcBef>
                <a:spcPct val="0"/>
              </a:spcBef>
              <a:spcAft>
                <a:spcPct val="0"/>
              </a:spcAft>
              <a:defRPr>
                <a:latin typeface="Arial" panose="020B0604020202020204" pitchFamily="34" charset="0"/>
              </a:defRPr>
            </a:lvl7pPr>
            <a:lvl8pPr eaLnBrk="0" fontAlgn="base" hangingPunct="0">
              <a:spcBef>
                <a:spcPct val="0"/>
              </a:spcBef>
              <a:spcAft>
                <a:spcPct val="0"/>
              </a:spcAft>
              <a:defRPr>
                <a:latin typeface="Arial" panose="020B0604020202020204" pitchFamily="34" charset="0"/>
              </a:defRPr>
            </a:lvl8pPr>
            <a:lvl9pPr eaLnBrk="0" fontAlgn="base" hangingPunct="0">
              <a:spcBef>
                <a:spcPct val="0"/>
              </a:spcBef>
              <a:spcAft>
                <a:spcPct val="0"/>
              </a:spcAft>
              <a:defRPr>
                <a:latin typeface="Arial" panose="020B0604020202020204" pitchFamily="34" charset="0"/>
              </a:defRPr>
            </a:lvl9pPr>
          </a:lstStyle>
          <a:p>
            <a:r>
              <a:rPr lang="en-US" altLang="zh-CN" dirty="0"/>
              <a:t>BPF</a:t>
            </a:r>
            <a:r>
              <a:rPr lang="zh-CN" altLang="en-US" dirty="0"/>
              <a:t>中程序的类别</a:t>
            </a:r>
          </a:p>
        </p:txBody>
      </p:sp>
    </p:spTree>
    <p:extLst>
      <p:ext uri="{BB962C8B-B14F-4D97-AF65-F5344CB8AC3E}">
        <p14:creationId xmlns:p14="http://schemas.microsoft.com/office/powerpoint/2010/main" val="5451023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support : </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2" name="Picture 11">
            <a:extLst>
              <a:ext uri="{FF2B5EF4-FFF2-40B4-BE49-F238E27FC236}">
                <a16:creationId xmlns:a16="http://schemas.microsoft.com/office/drawing/2014/main" id="{8FFCC001-F2E4-A65A-7EFC-C8FA844C0AF5}"/>
              </a:ext>
            </a:extLst>
          </p:cNvPr>
          <p:cNvPicPr>
            <a:picLocks noChangeAspect="1"/>
          </p:cNvPicPr>
          <p:nvPr/>
        </p:nvPicPr>
        <p:blipFill>
          <a:blip r:embed="rId2"/>
          <a:stretch>
            <a:fillRect/>
          </a:stretch>
        </p:blipFill>
        <p:spPr>
          <a:xfrm>
            <a:off x="151783" y="859422"/>
            <a:ext cx="7496520" cy="1106706"/>
          </a:xfrm>
          <a:prstGeom prst="rect">
            <a:avLst/>
          </a:prstGeom>
        </p:spPr>
      </p:pic>
      <p:pic>
        <p:nvPicPr>
          <p:cNvPr id="16" name="Picture 15">
            <a:extLst>
              <a:ext uri="{FF2B5EF4-FFF2-40B4-BE49-F238E27FC236}">
                <a16:creationId xmlns:a16="http://schemas.microsoft.com/office/drawing/2014/main" id="{BC5EA2F1-CDA6-FA6C-BBCE-A1D1F53F03A3}"/>
              </a:ext>
            </a:extLst>
          </p:cNvPr>
          <p:cNvPicPr>
            <a:picLocks noChangeAspect="1"/>
          </p:cNvPicPr>
          <p:nvPr/>
        </p:nvPicPr>
        <p:blipFill>
          <a:blip r:embed="rId3"/>
          <a:stretch>
            <a:fillRect/>
          </a:stretch>
        </p:blipFill>
        <p:spPr>
          <a:xfrm>
            <a:off x="90579" y="2194989"/>
            <a:ext cx="7496520" cy="2521403"/>
          </a:xfrm>
          <a:prstGeom prst="rect">
            <a:avLst/>
          </a:prstGeom>
        </p:spPr>
      </p:pic>
    </p:spTree>
    <p:extLst>
      <p:ext uri="{BB962C8B-B14F-4D97-AF65-F5344CB8AC3E}">
        <p14:creationId xmlns:p14="http://schemas.microsoft.com/office/powerpoint/2010/main" val="27855585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a:t>
            </a:r>
            <a:r>
              <a:rPr lang="zh-CN" altLang="en-US" dirty="0"/>
              <a:t>实践 开发框架 </a:t>
            </a:r>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pic>
        <p:nvPicPr>
          <p:cNvPr id="6" name="Picture 5">
            <a:extLst>
              <a:ext uri="{FF2B5EF4-FFF2-40B4-BE49-F238E27FC236}">
                <a16:creationId xmlns:a16="http://schemas.microsoft.com/office/drawing/2014/main" id="{B5F1BA80-50E9-08D0-D40F-4E3529288567}"/>
              </a:ext>
            </a:extLst>
          </p:cNvPr>
          <p:cNvPicPr>
            <a:picLocks noChangeAspect="1"/>
          </p:cNvPicPr>
          <p:nvPr/>
        </p:nvPicPr>
        <p:blipFill>
          <a:blip r:embed="rId2"/>
          <a:stretch>
            <a:fillRect/>
          </a:stretch>
        </p:blipFill>
        <p:spPr>
          <a:xfrm>
            <a:off x="346850" y="827304"/>
            <a:ext cx="3265030" cy="1879501"/>
          </a:xfrm>
          <a:prstGeom prst="rect">
            <a:avLst/>
          </a:prstGeom>
        </p:spPr>
      </p:pic>
      <p:pic>
        <p:nvPicPr>
          <p:cNvPr id="9" name="Picture 8">
            <a:extLst>
              <a:ext uri="{FF2B5EF4-FFF2-40B4-BE49-F238E27FC236}">
                <a16:creationId xmlns:a16="http://schemas.microsoft.com/office/drawing/2014/main" id="{5790BE88-9F94-2502-6111-058AFB960FCB}"/>
              </a:ext>
            </a:extLst>
          </p:cNvPr>
          <p:cNvPicPr>
            <a:picLocks noChangeAspect="1"/>
          </p:cNvPicPr>
          <p:nvPr/>
        </p:nvPicPr>
        <p:blipFill>
          <a:blip r:embed="rId3"/>
          <a:stretch>
            <a:fillRect/>
          </a:stretch>
        </p:blipFill>
        <p:spPr>
          <a:xfrm>
            <a:off x="4572000" y="827304"/>
            <a:ext cx="2900214" cy="1680765"/>
          </a:xfrm>
          <a:prstGeom prst="rect">
            <a:avLst/>
          </a:prstGeom>
        </p:spPr>
      </p:pic>
      <p:pic>
        <p:nvPicPr>
          <p:cNvPr id="11" name="Picture 10">
            <a:extLst>
              <a:ext uri="{FF2B5EF4-FFF2-40B4-BE49-F238E27FC236}">
                <a16:creationId xmlns:a16="http://schemas.microsoft.com/office/drawing/2014/main" id="{BC50F688-21A9-9C28-B861-F4C6AAB1771B}"/>
              </a:ext>
            </a:extLst>
          </p:cNvPr>
          <p:cNvPicPr>
            <a:picLocks noChangeAspect="1"/>
          </p:cNvPicPr>
          <p:nvPr/>
        </p:nvPicPr>
        <p:blipFill>
          <a:blip r:embed="rId4"/>
          <a:stretch>
            <a:fillRect/>
          </a:stretch>
        </p:blipFill>
        <p:spPr>
          <a:xfrm>
            <a:off x="417600" y="2797509"/>
            <a:ext cx="3265030" cy="2150239"/>
          </a:xfrm>
          <a:prstGeom prst="rect">
            <a:avLst/>
          </a:prstGeom>
        </p:spPr>
      </p:pic>
      <p:pic>
        <p:nvPicPr>
          <p:cNvPr id="13" name="Picture 12">
            <a:extLst>
              <a:ext uri="{FF2B5EF4-FFF2-40B4-BE49-F238E27FC236}">
                <a16:creationId xmlns:a16="http://schemas.microsoft.com/office/drawing/2014/main" id="{B86616DF-21E6-65D4-98DB-050ADC3C0E7E}"/>
              </a:ext>
            </a:extLst>
          </p:cNvPr>
          <p:cNvPicPr>
            <a:picLocks noChangeAspect="1"/>
          </p:cNvPicPr>
          <p:nvPr/>
        </p:nvPicPr>
        <p:blipFill>
          <a:blip r:embed="rId5"/>
          <a:stretch>
            <a:fillRect/>
          </a:stretch>
        </p:blipFill>
        <p:spPr>
          <a:xfrm>
            <a:off x="4651313" y="2854760"/>
            <a:ext cx="3062303" cy="1999722"/>
          </a:xfrm>
          <a:prstGeom prst="rect">
            <a:avLst/>
          </a:prstGeom>
        </p:spPr>
      </p:pic>
    </p:spTree>
    <p:extLst>
      <p:ext uri="{BB962C8B-B14F-4D97-AF65-F5344CB8AC3E}">
        <p14:creationId xmlns:p14="http://schemas.microsoft.com/office/powerpoint/2010/main" val="14677342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a:t>
            </a:r>
            <a:r>
              <a:rPr lang="zh-CN" altLang="en-US" dirty="0"/>
              <a:t>实践 开发框架 </a:t>
            </a:r>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493535" y="1163501"/>
            <a:ext cx="7831183" cy="231775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nSpc>
                <a:spcPct val="107000"/>
              </a:lnSpc>
              <a:spcAft>
                <a:spcPts val="800"/>
              </a:spcAft>
            </a:pPr>
            <a:r>
              <a:rPr lang="en-US" altLang="zh-CN" sz="1400" b="1" dirty="0" err="1">
                <a:solidFill>
                  <a:schemeClr val="accent2"/>
                </a:solidFill>
              </a:rPr>
              <a:t>libbpf</a:t>
            </a:r>
            <a:r>
              <a:rPr lang="en-US" altLang="zh-CN" sz="1400" b="1" dirty="0">
                <a:solidFill>
                  <a:schemeClr val="accent2"/>
                </a:solidFill>
              </a:rPr>
              <a:t>-bootstrap </a:t>
            </a:r>
          </a:p>
          <a:p>
            <a:pPr marL="342900" lvl="0" indent="-342900">
              <a:lnSpc>
                <a:spcPct val="107000"/>
              </a:lnSpc>
              <a:spcAft>
                <a:spcPts val="800"/>
              </a:spcAft>
              <a:buFont typeface="Symbol" panose="05050102010706020507" pitchFamily="18" charset="2"/>
              <a:buChar char=""/>
            </a:pPr>
            <a:r>
              <a:rPr lang="zh-CN" altLang="zh-CN" sz="1400" dirty="0">
                <a:solidFill>
                  <a:schemeClr val="accent2"/>
                </a:solidFill>
              </a:rPr>
              <a:t>嵌入式设备：</a:t>
            </a:r>
            <a:r>
              <a:rPr lang="en-US" altLang="zh-CN" sz="1400" dirty="0" err="1">
                <a:solidFill>
                  <a:schemeClr val="accent2"/>
                </a:solidFill>
              </a:rPr>
              <a:t>ibbpf</a:t>
            </a:r>
            <a:r>
              <a:rPr lang="en-US" altLang="zh-CN" sz="1400" dirty="0">
                <a:solidFill>
                  <a:schemeClr val="accent2"/>
                </a:solidFill>
              </a:rPr>
              <a:t>-bootstrap </a:t>
            </a:r>
            <a:r>
              <a:rPr lang="zh-CN" altLang="zh-CN" sz="1400" dirty="0">
                <a:solidFill>
                  <a:schemeClr val="accent2"/>
                </a:solidFill>
              </a:rPr>
              <a:t>通过预配置的开发环境和示例代码，加快了</a:t>
            </a:r>
            <a:r>
              <a:rPr lang="en-US" altLang="zh-CN" sz="1400" dirty="0">
                <a:solidFill>
                  <a:schemeClr val="accent2"/>
                </a:solidFill>
              </a:rPr>
              <a:t> </a:t>
            </a:r>
            <a:r>
              <a:rPr lang="en-US" altLang="zh-CN" sz="1400" dirty="0" err="1">
                <a:solidFill>
                  <a:schemeClr val="accent2"/>
                </a:solidFill>
              </a:rPr>
              <a:t>eBPF</a:t>
            </a:r>
            <a:r>
              <a:rPr lang="en-US" altLang="zh-CN" sz="1400" dirty="0">
                <a:solidFill>
                  <a:schemeClr val="accent2"/>
                </a:solidFill>
              </a:rPr>
              <a:t> </a:t>
            </a:r>
            <a:r>
              <a:rPr lang="zh-CN" altLang="zh-CN" sz="1400" dirty="0">
                <a:solidFill>
                  <a:schemeClr val="accent2"/>
                </a:solidFill>
              </a:rPr>
              <a:t>项目的开发过程。对于嵌入式开发者来说，这种简化的开发流程非常有吸引力，特别是在资源受限的设备上。</a:t>
            </a:r>
          </a:p>
          <a:p>
            <a:pPr marL="342900" lvl="0" indent="-342900">
              <a:lnSpc>
                <a:spcPct val="107000"/>
              </a:lnSpc>
              <a:spcAft>
                <a:spcPts val="800"/>
              </a:spcAft>
              <a:buFont typeface="Symbol" panose="05050102010706020507" pitchFamily="18" charset="2"/>
              <a:buChar char=""/>
            </a:pPr>
            <a:r>
              <a:rPr lang="en-US" altLang="zh-CN" sz="1400" dirty="0" err="1">
                <a:solidFill>
                  <a:schemeClr val="accent2"/>
                </a:solidFill>
              </a:rPr>
              <a:t>libbpf</a:t>
            </a:r>
            <a:r>
              <a:rPr lang="en-US" altLang="zh-CN" sz="1400" dirty="0">
                <a:solidFill>
                  <a:schemeClr val="accent2"/>
                </a:solidFill>
              </a:rPr>
              <a:t> </a:t>
            </a:r>
            <a:r>
              <a:rPr lang="zh-CN" altLang="zh-CN" sz="1400" dirty="0">
                <a:solidFill>
                  <a:schemeClr val="accent2"/>
                </a:solidFill>
              </a:rPr>
              <a:t>集成：它利用了</a:t>
            </a:r>
            <a:r>
              <a:rPr lang="en-US" altLang="zh-CN" sz="1400" dirty="0">
                <a:solidFill>
                  <a:schemeClr val="accent2"/>
                </a:solidFill>
              </a:rPr>
              <a:t> </a:t>
            </a:r>
            <a:r>
              <a:rPr lang="en-US" altLang="zh-CN" sz="1400" dirty="0" err="1">
                <a:solidFill>
                  <a:schemeClr val="accent2"/>
                </a:solidFill>
              </a:rPr>
              <a:t>libbpf</a:t>
            </a:r>
            <a:r>
              <a:rPr lang="en-US" altLang="zh-CN" sz="1400" dirty="0">
                <a:solidFill>
                  <a:schemeClr val="accent2"/>
                </a:solidFill>
              </a:rPr>
              <a:t> </a:t>
            </a:r>
            <a:r>
              <a:rPr lang="zh-CN" altLang="zh-CN" sz="1400" dirty="0">
                <a:solidFill>
                  <a:schemeClr val="accent2"/>
                </a:solidFill>
              </a:rPr>
              <a:t>的功能，意味着你可以获得高效的</a:t>
            </a:r>
            <a:r>
              <a:rPr lang="en-US" altLang="zh-CN" sz="1400" dirty="0">
                <a:solidFill>
                  <a:schemeClr val="accent2"/>
                </a:solidFill>
              </a:rPr>
              <a:t> </a:t>
            </a:r>
            <a:r>
              <a:rPr lang="en-US" altLang="zh-CN" sz="1400" dirty="0" err="1">
                <a:solidFill>
                  <a:schemeClr val="accent2"/>
                </a:solidFill>
              </a:rPr>
              <a:t>eBPF</a:t>
            </a:r>
            <a:r>
              <a:rPr lang="en-US" altLang="zh-CN" sz="1400" dirty="0">
                <a:solidFill>
                  <a:schemeClr val="accent2"/>
                </a:solidFill>
              </a:rPr>
              <a:t> </a:t>
            </a:r>
            <a:r>
              <a:rPr lang="zh-CN" altLang="zh-CN" sz="1400" dirty="0">
                <a:solidFill>
                  <a:schemeClr val="accent2"/>
                </a:solidFill>
              </a:rPr>
              <a:t>程序加载和管理机制，同时保持程序的轻量性和高性能。</a:t>
            </a:r>
          </a:p>
          <a:p>
            <a:pPr marL="342900" lvl="0" indent="-342900">
              <a:lnSpc>
                <a:spcPct val="107000"/>
              </a:lnSpc>
              <a:spcAft>
                <a:spcPts val="800"/>
              </a:spcAft>
              <a:buFont typeface="Symbol" panose="05050102010706020507" pitchFamily="18" charset="2"/>
              <a:buChar char=""/>
            </a:pPr>
            <a:r>
              <a:rPr lang="zh-CN" altLang="zh-CN" sz="1400" dirty="0">
                <a:solidFill>
                  <a:schemeClr val="accent2"/>
                </a:solidFill>
              </a:rPr>
              <a:t>快速入门：对于新手和希望快速进入</a:t>
            </a:r>
            <a:r>
              <a:rPr lang="en-US" altLang="zh-CN" sz="1400" dirty="0">
                <a:solidFill>
                  <a:schemeClr val="accent2"/>
                </a:solidFill>
              </a:rPr>
              <a:t> </a:t>
            </a:r>
            <a:r>
              <a:rPr lang="en-US" altLang="zh-CN" sz="1400" dirty="0" err="1">
                <a:solidFill>
                  <a:schemeClr val="accent2"/>
                </a:solidFill>
              </a:rPr>
              <a:t>eBPF</a:t>
            </a:r>
            <a:r>
              <a:rPr lang="en-US" altLang="zh-CN" sz="1400" dirty="0">
                <a:solidFill>
                  <a:schemeClr val="accent2"/>
                </a:solidFill>
              </a:rPr>
              <a:t> </a:t>
            </a:r>
            <a:r>
              <a:rPr lang="zh-CN" altLang="zh-CN" sz="1400" dirty="0">
                <a:solidFill>
                  <a:schemeClr val="accent2"/>
                </a:solidFill>
              </a:rPr>
              <a:t>开发的开发者，</a:t>
            </a:r>
            <a:r>
              <a:rPr lang="en-US" altLang="zh-CN" sz="1400" dirty="0" err="1">
                <a:solidFill>
                  <a:schemeClr val="accent2"/>
                </a:solidFill>
              </a:rPr>
              <a:t>ibbpf</a:t>
            </a:r>
            <a:r>
              <a:rPr lang="en-US" altLang="zh-CN" sz="1400" dirty="0">
                <a:solidFill>
                  <a:schemeClr val="accent2"/>
                </a:solidFill>
              </a:rPr>
              <a:t>-bootstrap </a:t>
            </a:r>
            <a:r>
              <a:rPr lang="zh-CN" altLang="zh-CN" sz="1400" dirty="0">
                <a:solidFill>
                  <a:schemeClr val="accent2"/>
                </a:solidFill>
              </a:rPr>
              <a:t>提供了一个友好的起点，包括构建系统、</a:t>
            </a:r>
            <a:r>
              <a:rPr lang="en-US" altLang="zh-CN" sz="1400" dirty="0" err="1">
                <a:solidFill>
                  <a:schemeClr val="accent2"/>
                </a:solidFill>
              </a:rPr>
              <a:t>CMake</a:t>
            </a:r>
            <a:r>
              <a:rPr lang="en-US" altLang="zh-CN" sz="1400" dirty="0">
                <a:solidFill>
                  <a:schemeClr val="accent2"/>
                </a:solidFill>
              </a:rPr>
              <a:t> </a:t>
            </a:r>
            <a:r>
              <a:rPr lang="zh-CN" altLang="zh-CN" sz="1400" dirty="0">
                <a:solidFill>
                  <a:schemeClr val="accent2"/>
                </a:solidFill>
              </a:rPr>
              <a:t>配置、示例代码和最佳实践。</a:t>
            </a:r>
          </a:p>
        </p:txBody>
      </p:sp>
    </p:spTree>
    <p:extLst>
      <p:ext uri="{BB962C8B-B14F-4D97-AF65-F5344CB8AC3E}">
        <p14:creationId xmlns:p14="http://schemas.microsoft.com/office/powerpoint/2010/main" val="14970313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a:t>
            </a:r>
            <a:r>
              <a:rPr lang="zh-CN" altLang="en-US" dirty="0"/>
              <a:t>实践 开发框架 </a:t>
            </a:r>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469018" y="1124312"/>
            <a:ext cx="7831183" cy="302314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a:lnSpc>
                <a:spcPct val="107000"/>
              </a:lnSpc>
              <a:spcAft>
                <a:spcPts val="800"/>
              </a:spcAft>
            </a:pPr>
            <a:r>
              <a:rPr lang="en-US" altLang="zh-CN" sz="1400" b="1" dirty="0">
                <a:solidFill>
                  <a:schemeClr val="accent2"/>
                </a:solidFill>
              </a:rPr>
              <a:t>BCC (BPF Compiler Collection)</a:t>
            </a:r>
          </a:p>
          <a:p>
            <a:pPr marL="285750" lvl="0" indent="-285750">
              <a:lnSpc>
                <a:spcPct val="107000"/>
              </a:lnSpc>
              <a:spcAft>
                <a:spcPts val="800"/>
              </a:spcAft>
              <a:buFont typeface="Wingdings" panose="05000000000000000000" pitchFamily="2" charset="2"/>
              <a:buChar char="ü"/>
            </a:pPr>
            <a:r>
              <a:rPr lang="zh-CN" altLang="zh-CN" sz="1400" dirty="0">
                <a:solidFill>
                  <a:schemeClr val="accent2"/>
                </a:solidFill>
              </a:rPr>
              <a:t>适用性：虽然</a:t>
            </a:r>
            <a:r>
              <a:rPr lang="en-US" altLang="zh-CN" sz="1400" dirty="0">
                <a:solidFill>
                  <a:schemeClr val="accent2"/>
                </a:solidFill>
              </a:rPr>
              <a:t> BCC </a:t>
            </a:r>
            <a:r>
              <a:rPr lang="zh-CN" altLang="zh-CN" sz="1400" dirty="0">
                <a:solidFill>
                  <a:schemeClr val="accent2"/>
                </a:solidFill>
              </a:rPr>
              <a:t>提供了丰富的功能和高级</a:t>
            </a:r>
            <a:r>
              <a:rPr lang="en-US" altLang="zh-CN" sz="1400" dirty="0">
                <a:solidFill>
                  <a:schemeClr val="accent2"/>
                </a:solidFill>
              </a:rPr>
              <a:t> API</a:t>
            </a:r>
            <a:r>
              <a:rPr lang="zh-CN" altLang="zh-CN" sz="1400" dirty="0">
                <a:solidFill>
                  <a:schemeClr val="accent2"/>
                </a:solidFill>
              </a:rPr>
              <a:t>，但它的依赖较多（如</a:t>
            </a:r>
            <a:r>
              <a:rPr lang="en-US" altLang="zh-CN" sz="1400" dirty="0">
                <a:solidFill>
                  <a:schemeClr val="accent2"/>
                </a:solidFill>
              </a:rPr>
              <a:t> LLVM/Clang</a:t>
            </a:r>
            <a:r>
              <a:rPr lang="zh-CN" altLang="zh-CN" sz="1400" dirty="0">
                <a:solidFill>
                  <a:schemeClr val="accent2"/>
                </a:solidFill>
              </a:rPr>
              <a:t>），对于资源受限的嵌入式设备来说可能有点重。</a:t>
            </a:r>
          </a:p>
          <a:p>
            <a:pPr marL="342900" lvl="0" indent="-342900">
              <a:lnSpc>
                <a:spcPct val="107000"/>
              </a:lnSpc>
              <a:spcAft>
                <a:spcPts val="800"/>
              </a:spcAft>
              <a:buFont typeface="Wingdings" panose="05000000000000000000" pitchFamily="2" charset="2"/>
              <a:buChar char="ü"/>
            </a:pPr>
            <a:r>
              <a:rPr lang="zh-CN" altLang="zh-CN" sz="1400" dirty="0">
                <a:solidFill>
                  <a:schemeClr val="accent2"/>
                </a:solidFill>
              </a:rPr>
              <a:t>特点：</a:t>
            </a:r>
          </a:p>
          <a:p>
            <a:pPr lvl="0">
              <a:lnSpc>
                <a:spcPct val="107000"/>
              </a:lnSpc>
              <a:spcAft>
                <a:spcPts val="800"/>
              </a:spcAft>
              <a:buSzPts val="1000"/>
              <a:tabLst>
                <a:tab pos="457200" algn="l"/>
              </a:tabLst>
            </a:pPr>
            <a:r>
              <a:rPr lang="en-US" altLang="zh-CN" sz="1400" dirty="0">
                <a:solidFill>
                  <a:schemeClr val="accent2"/>
                </a:solidFill>
              </a:rPr>
              <a:t>	</a:t>
            </a:r>
            <a:r>
              <a:rPr lang="zh-CN" altLang="zh-CN" sz="1400" dirty="0">
                <a:solidFill>
                  <a:schemeClr val="accent2"/>
                </a:solidFill>
              </a:rPr>
              <a:t>丰富的工具和示例：可以快速开发原型，并提供了大量的预构建工具。</a:t>
            </a:r>
          </a:p>
          <a:p>
            <a:pPr lvl="0">
              <a:lnSpc>
                <a:spcPct val="107000"/>
              </a:lnSpc>
              <a:spcAft>
                <a:spcPts val="800"/>
              </a:spcAft>
              <a:buSzPts val="1000"/>
              <a:tabLst>
                <a:tab pos="457200" algn="l"/>
              </a:tabLst>
            </a:pPr>
            <a:r>
              <a:rPr lang="en-US" altLang="zh-CN" sz="1400" dirty="0">
                <a:solidFill>
                  <a:schemeClr val="accent2"/>
                </a:solidFill>
              </a:rPr>
              <a:t>	</a:t>
            </a:r>
            <a:r>
              <a:rPr lang="zh-CN" altLang="zh-CN" sz="1400" dirty="0">
                <a:solidFill>
                  <a:schemeClr val="accent2"/>
                </a:solidFill>
              </a:rPr>
              <a:t>适用于开发阶段：尽管在资源受限的设备上可能不适合直接部署，但</a:t>
            </a:r>
            <a:r>
              <a:rPr lang="en-US" altLang="zh-CN" sz="1400" dirty="0">
                <a:solidFill>
                  <a:schemeClr val="accent2"/>
                </a:solidFill>
              </a:rPr>
              <a:t> BCC </a:t>
            </a:r>
            <a:r>
              <a:rPr lang="zh-CN" altLang="zh-CN" sz="1400" dirty="0">
                <a:solidFill>
                  <a:schemeClr val="accent2"/>
                </a:solidFill>
              </a:rPr>
              <a:t>在开发过程中仍然非常有用。</a:t>
            </a:r>
          </a:p>
          <a:p>
            <a:pPr marL="285750" lvl="0" indent="-285750">
              <a:lnSpc>
                <a:spcPct val="107000"/>
              </a:lnSpc>
              <a:spcAft>
                <a:spcPts val="800"/>
              </a:spcAft>
              <a:buFont typeface="Wingdings" panose="05000000000000000000" pitchFamily="2" charset="2"/>
              <a:buChar char="ü"/>
            </a:pPr>
            <a:r>
              <a:rPr lang="zh-CN" altLang="zh-CN" sz="1400" dirty="0">
                <a:solidFill>
                  <a:schemeClr val="accent2"/>
                </a:solidFill>
              </a:rPr>
              <a:t>适合场景：用于开发和测试，或在资源较为丰富的嵌入式设备上使用。</a:t>
            </a:r>
          </a:p>
          <a:p>
            <a:pPr marL="285750" lvl="0" indent="-285750">
              <a:lnSpc>
                <a:spcPct val="107000"/>
              </a:lnSpc>
              <a:spcAft>
                <a:spcPts val="800"/>
              </a:spcAft>
              <a:buFont typeface="Wingdings" panose="05000000000000000000" pitchFamily="2" charset="2"/>
              <a:buChar char="ü"/>
            </a:pPr>
            <a:r>
              <a:rPr lang="zh-CN" altLang="zh-CN" sz="1400" dirty="0">
                <a:solidFill>
                  <a:schemeClr val="accent2"/>
                </a:solidFill>
              </a:rPr>
              <a:t>优势：可以快速开发和验证</a:t>
            </a:r>
            <a:r>
              <a:rPr lang="en-US" altLang="zh-CN" sz="1400" dirty="0">
                <a:solidFill>
                  <a:schemeClr val="accent2"/>
                </a:solidFill>
              </a:rPr>
              <a:t> </a:t>
            </a:r>
            <a:r>
              <a:rPr lang="en-US" altLang="zh-CN" sz="1400" dirty="0" err="1">
                <a:solidFill>
                  <a:schemeClr val="accent2"/>
                </a:solidFill>
              </a:rPr>
              <a:t>eBPF</a:t>
            </a:r>
            <a:r>
              <a:rPr lang="en-US" altLang="zh-CN" sz="1400" dirty="0">
                <a:solidFill>
                  <a:schemeClr val="accent2"/>
                </a:solidFill>
              </a:rPr>
              <a:t> </a:t>
            </a:r>
            <a:r>
              <a:rPr lang="zh-CN" altLang="zh-CN" sz="1400" dirty="0">
                <a:solidFill>
                  <a:schemeClr val="accent2"/>
                </a:solidFill>
              </a:rPr>
              <a:t>程序，但在实际嵌入式部署中需要对其进行裁剪或移植。</a:t>
            </a:r>
          </a:p>
        </p:txBody>
      </p:sp>
    </p:spTree>
    <p:extLst>
      <p:ext uri="{BB962C8B-B14F-4D97-AF65-F5344CB8AC3E}">
        <p14:creationId xmlns:p14="http://schemas.microsoft.com/office/powerpoint/2010/main" val="42645270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a:t>
            </a:r>
            <a:r>
              <a:rPr lang="zh-CN" altLang="en-US" dirty="0"/>
              <a:t>实践 开发框架 </a:t>
            </a:r>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469018" y="1124312"/>
            <a:ext cx="7831183" cy="302314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lvl="0"/>
            <a:r>
              <a:rPr lang="en-US" altLang="zh-CN" b="1" dirty="0" err="1">
                <a:solidFill>
                  <a:schemeClr val="accent2"/>
                </a:solidFill>
              </a:rPr>
              <a:t>Libbpf</a:t>
            </a:r>
            <a:endParaRPr lang="en-US" altLang="zh-CN" b="1" dirty="0">
              <a:solidFill>
                <a:schemeClr val="accent2"/>
              </a:solidFill>
            </a:endParaRPr>
          </a:p>
          <a:p>
            <a:pPr lvl="0"/>
            <a:endParaRPr lang="zh-CN" altLang="zh-CN" dirty="0">
              <a:solidFill>
                <a:schemeClr val="accent2"/>
              </a:solidFill>
            </a:endParaRPr>
          </a:p>
          <a:p>
            <a:pPr marL="171450" lvl="0" indent="-171450">
              <a:buFont typeface="Wingdings" panose="05000000000000000000" pitchFamily="2" charset="2"/>
              <a:buChar char="ü"/>
            </a:pPr>
            <a:r>
              <a:rPr lang="zh-CN" altLang="zh-CN" sz="1400" b="1" dirty="0">
                <a:solidFill>
                  <a:schemeClr val="accent2"/>
                </a:solidFill>
              </a:rPr>
              <a:t>适用性</a:t>
            </a:r>
            <a:r>
              <a:rPr lang="zh-CN" altLang="zh-CN" sz="1400" dirty="0">
                <a:solidFill>
                  <a:schemeClr val="accent2"/>
                </a:solidFill>
              </a:rPr>
              <a:t>：</a:t>
            </a:r>
            <a:r>
              <a:rPr lang="en-US" altLang="zh-CN" sz="1400" dirty="0" err="1">
                <a:solidFill>
                  <a:schemeClr val="accent2"/>
                </a:solidFill>
              </a:rPr>
              <a:t>libbpf</a:t>
            </a:r>
            <a:r>
              <a:rPr lang="en-US" altLang="zh-CN" sz="1400" dirty="0">
                <a:solidFill>
                  <a:schemeClr val="accent2"/>
                </a:solidFill>
              </a:rPr>
              <a:t> </a:t>
            </a:r>
            <a:r>
              <a:rPr lang="zh-CN" altLang="zh-CN" sz="1400" dirty="0">
                <a:solidFill>
                  <a:schemeClr val="accent2"/>
                </a:solidFill>
              </a:rPr>
              <a:t>是一个轻量级且高效的</a:t>
            </a:r>
            <a:r>
              <a:rPr lang="en-US" altLang="zh-CN" sz="1400" dirty="0">
                <a:solidFill>
                  <a:schemeClr val="accent2"/>
                </a:solidFill>
              </a:rPr>
              <a:t> C </a:t>
            </a:r>
            <a:r>
              <a:rPr lang="zh-CN" altLang="zh-CN" sz="1400" dirty="0">
                <a:solidFill>
                  <a:schemeClr val="accent2"/>
                </a:solidFill>
              </a:rPr>
              <a:t>库，适合嵌入式系统。由于嵌入式设备通常具有较低的资源和计算能力，</a:t>
            </a:r>
            <a:r>
              <a:rPr lang="en-US" altLang="zh-CN" sz="1400" dirty="0" err="1">
                <a:solidFill>
                  <a:schemeClr val="accent2"/>
                </a:solidFill>
              </a:rPr>
              <a:t>libbpf</a:t>
            </a:r>
            <a:r>
              <a:rPr lang="en-US" altLang="zh-CN" sz="1400" dirty="0">
                <a:solidFill>
                  <a:schemeClr val="accent2"/>
                </a:solidFill>
              </a:rPr>
              <a:t> </a:t>
            </a:r>
            <a:r>
              <a:rPr lang="zh-CN" altLang="zh-CN" sz="1400" dirty="0">
                <a:solidFill>
                  <a:schemeClr val="accent2"/>
                </a:solidFill>
              </a:rPr>
              <a:t>的低级接口能够提供更好的控制和优化空间。</a:t>
            </a:r>
            <a:endParaRPr lang="en-US" altLang="zh-CN" sz="1400" dirty="0">
              <a:solidFill>
                <a:schemeClr val="accent2"/>
              </a:solidFill>
            </a:endParaRPr>
          </a:p>
          <a:p>
            <a:pPr lvl="0"/>
            <a:endParaRPr lang="zh-CN" altLang="zh-CN" sz="1400" dirty="0">
              <a:solidFill>
                <a:schemeClr val="accent2"/>
              </a:solidFill>
            </a:endParaRPr>
          </a:p>
          <a:p>
            <a:pPr marL="171450" lvl="0" indent="-171450">
              <a:buFont typeface="Wingdings" panose="05000000000000000000" pitchFamily="2" charset="2"/>
              <a:buChar char="ü"/>
            </a:pPr>
            <a:r>
              <a:rPr lang="zh-CN" altLang="zh-CN" sz="1400" b="1" dirty="0">
                <a:solidFill>
                  <a:schemeClr val="accent2"/>
                </a:solidFill>
              </a:rPr>
              <a:t>特点</a:t>
            </a:r>
            <a:r>
              <a:rPr lang="zh-CN" altLang="zh-CN" sz="1400" dirty="0">
                <a:solidFill>
                  <a:schemeClr val="accent2"/>
                </a:solidFill>
              </a:rPr>
              <a:t>：</a:t>
            </a:r>
          </a:p>
          <a:p>
            <a:pPr lvl="1"/>
            <a:r>
              <a:rPr lang="zh-CN" altLang="zh-CN" sz="1400" dirty="0">
                <a:solidFill>
                  <a:schemeClr val="accent2"/>
                </a:solidFill>
              </a:rPr>
              <a:t>轻量化：没有多余的依赖，适合资源有限的嵌入式环境。</a:t>
            </a:r>
          </a:p>
          <a:p>
            <a:pPr lvl="1"/>
            <a:r>
              <a:rPr lang="zh-CN" altLang="zh-CN" sz="1400" dirty="0">
                <a:solidFill>
                  <a:schemeClr val="accent2"/>
                </a:solidFill>
              </a:rPr>
              <a:t>直接与内核交互：可以更直接地控制</a:t>
            </a:r>
            <a:r>
              <a:rPr lang="en-US" altLang="zh-CN" sz="1400" dirty="0">
                <a:solidFill>
                  <a:schemeClr val="accent2"/>
                </a:solidFill>
              </a:rPr>
              <a:t> </a:t>
            </a:r>
            <a:r>
              <a:rPr lang="en-US" altLang="zh-CN" sz="1400" dirty="0" err="1">
                <a:solidFill>
                  <a:schemeClr val="accent2"/>
                </a:solidFill>
              </a:rPr>
              <a:t>eBPF</a:t>
            </a:r>
            <a:r>
              <a:rPr lang="en-US" altLang="zh-CN" sz="1400" dirty="0">
                <a:solidFill>
                  <a:schemeClr val="accent2"/>
                </a:solidFill>
              </a:rPr>
              <a:t> </a:t>
            </a:r>
            <a:r>
              <a:rPr lang="zh-CN" altLang="zh-CN" sz="1400" dirty="0">
                <a:solidFill>
                  <a:schemeClr val="accent2"/>
                </a:solidFill>
              </a:rPr>
              <a:t>程序的加载和管理。</a:t>
            </a:r>
            <a:endParaRPr lang="en-US" altLang="zh-CN" sz="1400" dirty="0">
              <a:solidFill>
                <a:schemeClr val="accent2"/>
              </a:solidFill>
            </a:endParaRPr>
          </a:p>
          <a:p>
            <a:pPr lvl="1"/>
            <a:endParaRPr lang="zh-CN" altLang="zh-CN" sz="1400" dirty="0">
              <a:solidFill>
                <a:schemeClr val="accent2"/>
              </a:solidFill>
            </a:endParaRPr>
          </a:p>
          <a:p>
            <a:pPr marL="171450" lvl="0" indent="-171450">
              <a:buFont typeface="Wingdings" panose="05000000000000000000" pitchFamily="2" charset="2"/>
              <a:buChar char="ü"/>
            </a:pPr>
            <a:r>
              <a:rPr lang="zh-CN" altLang="zh-CN" sz="1400" b="1" dirty="0">
                <a:solidFill>
                  <a:schemeClr val="accent2"/>
                </a:solidFill>
              </a:rPr>
              <a:t>适合场景</a:t>
            </a:r>
            <a:r>
              <a:rPr lang="zh-CN" altLang="zh-CN" sz="1400" dirty="0">
                <a:solidFill>
                  <a:schemeClr val="accent2"/>
                </a:solidFill>
              </a:rPr>
              <a:t>：需要高性能和低延迟的应用，如网络包过滤、性能监控、设备驱动等。</a:t>
            </a:r>
            <a:endParaRPr lang="en-US" altLang="zh-CN" sz="1400" dirty="0">
              <a:solidFill>
                <a:schemeClr val="accent2"/>
              </a:solidFill>
            </a:endParaRPr>
          </a:p>
          <a:p>
            <a:pPr marL="171450" lvl="0" indent="-171450">
              <a:buFont typeface="Wingdings" panose="05000000000000000000" pitchFamily="2" charset="2"/>
              <a:buChar char="ü"/>
            </a:pPr>
            <a:endParaRPr lang="zh-CN" altLang="zh-CN" sz="1400" dirty="0">
              <a:solidFill>
                <a:schemeClr val="accent2"/>
              </a:solidFill>
            </a:endParaRPr>
          </a:p>
          <a:p>
            <a:pPr marL="171450" lvl="0" indent="-171450">
              <a:buFont typeface="Wingdings" panose="05000000000000000000" pitchFamily="2" charset="2"/>
              <a:buChar char="ü"/>
            </a:pPr>
            <a:r>
              <a:rPr lang="zh-CN" altLang="zh-CN" sz="1400" b="1" dirty="0">
                <a:solidFill>
                  <a:schemeClr val="accent2"/>
                </a:solidFill>
              </a:rPr>
              <a:t>优势</a:t>
            </a:r>
            <a:r>
              <a:rPr lang="zh-CN" altLang="zh-CN" sz="1400" dirty="0">
                <a:solidFill>
                  <a:schemeClr val="accent2"/>
                </a:solidFill>
              </a:rPr>
              <a:t>：</a:t>
            </a:r>
            <a:r>
              <a:rPr lang="en-US" altLang="zh-CN" sz="1400" dirty="0" err="1">
                <a:solidFill>
                  <a:schemeClr val="accent2"/>
                </a:solidFill>
              </a:rPr>
              <a:t>libbpf</a:t>
            </a:r>
            <a:r>
              <a:rPr lang="en-US" altLang="zh-CN" sz="1400" dirty="0">
                <a:solidFill>
                  <a:schemeClr val="accent2"/>
                </a:solidFill>
              </a:rPr>
              <a:t> </a:t>
            </a:r>
            <a:r>
              <a:rPr lang="zh-CN" altLang="zh-CN" sz="1400" dirty="0">
                <a:solidFill>
                  <a:schemeClr val="accent2"/>
                </a:solidFill>
              </a:rPr>
              <a:t>提供了直接的内核接口，可以在不需要完整工具链的情况下轻松集成到嵌入式系统中。</a:t>
            </a:r>
          </a:p>
        </p:txBody>
      </p:sp>
    </p:spTree>
    <p:extLst>
      <p:ext uri="{BB962C8B-B14F-4D97-AF65-F5344CB8AC3E}">
        <p14:creationId xmlns:p14="http://schemas.microsoft.com/office/powerpoint/2010/main" val="24772613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a:t>
            </a:r>
            <a:r>
              <a:rPr lang="zh-CN" altLang="en-US" dirty="0"/>
              <a:t>实践 </a:t>
            </a:r>
            <a:r>
              <a:rPr lang="en-US" altLang="zh-CN" dirty="0"/>
              <a:t>kernel </a:t>
            </a:r>
            <a:r>
              <a:rPr lang="zh-CN" altLang="en-US" dirty="0"/>
              <a:t>基础配置 </a:t>
            </a:r>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TextBox 3">
            <a:extLst>
              <a:ext uri="{FF2B5EF4-FFF2-40B4-BE49-F238E27FC236}">
                <a16:creationId xmlns:a16="http://schemas.microsoft.com/office/drawing/2014/main" id="{4D0AD4AD-53F8-DE7C-15D4-51AF4B2C5977}"/>
              </a:ext>
            </a:extLst>
          </p:cNvPr>
          <p:cNvSpPr txBox="1"/>
          <p:nvPr/>
        </p:nvSpPr>
        <p:spPr>
          <a:xfrm>
            <a:off x="417600" y="988967"/>
            <a:ext cx="6603274" cy="1209755"/>
          </a:xfrm>
          <a:prstGeom prst="rect">
            <a:avLst/>
          </a:prstGeom>
          <a:noFill/>
          <a:ln>
            <a:noFill/>
          </a:ln>
        </p:spPr>
        <p:txBody>
          <a:bodyPr wrap="square">
            <a:spAutoFit/>
          </a:bodyPr>
          <a:lstStyle/>
          <a:p>
            <a:pPr marL="342900" lvl="0" indent="-342900">
              <a:lnSpc>
                <a:spcPct val="107000"/>
              </a:lnSpc>
              <a:spcAft>
                <a:spcPts val="800"/>
              </a:spcAft>
              <a:buFont typeface="Symbol" panose="05050102010706020507" pitchFamily="18" charset="2"/>
              <a:buChar char=""/>
            </a:pPr>
            <a:r>
              <a:rPr lang="zh-CN" altLang="zh-CN" sz="1400" dirty="0">
                <a:solidFill>
                  <a:schemeClr val="accent2"/>
                </a:solidFill>
              </a:rPr>
              <a:t>内核版本：确保你的</a:t>
            </a:r>
            <a:r>
              <a:rPr lang="en-US" altLang="zh-CN" sz="1400" dirty="0">
                <a:solidFill>
                  <a:schemeClr val="accent2"/>
                </a:solidFill>
              </a:rPr>
              <a:t> Linux </a:t>
            </a:r>
            <a:r>
              <a:rPr lang="zh-CN" altLang="zh-CN" sz="1400" dirty="0">
                <a:solidFill>
                  <a:schemeClr val="accent2"/>
                </a:solidFill>
              </a:rPr>
              <a:t>内核版本支持</a:t>
            </a:r>
            <a:r>
              <a:rPr lang="en-US" altLang="zh-CN" sz="1400" dirty="0">
                <a:solidFill>
                  <a:schemeClr val="accent2"/>
                </a:solidFill>
              </a:rPr>
              <a:t> </a:t>
            </a:r>
            <a:r>
              <a:rPr lang="en-US" altLang="zh-CN" sz="1400" dirty="0" err="1">
                <a:solidFill>
                  <a:schemeClr val="accent2"/>
                </a:solidFill>
              </a:rPr>
              <a:t>eBPF</a:t>
            </a:r>
            <a:r>
              <a:rPr lang="zh-CN" altLang="zh-CN" sz="1400" dirty="0">
                <a:solidFill>
                  <a:schemeClr val="accent2"/>
                </a:solidFill>
              </a:rPr>
              <a:t>（通常需要</a:t>
            </a:r>
            <a:r>
              <a:rPr lang="en-US" altLang="zh-CN" sz="1400" dirty="0">
                <a:solidFill>
                  <a:schemeClr val="accent2"/>
                </a:solidFill>
              </a:rPr>
              <a:t> 4.1 </a:t>
            </a:r>
            <a:r>
              <a:rPr lang="zh-CN" altLang="zh-CN" sz="1400" dirty="0">
                <a:solidFill>
                  <a:schemeClr val="accent2"/>
                </a:solidFill>
              </a:rPr>
              <a:t>或更高版本）。</a:t>
            </a:r>
          </a:p>
          <a:p>
            <a:pPr marL="342900" lvl="0" indent="-342900">
              <a:lnSpc>
                <a:spcPct val="107000"/>
              </a:lnSpc>
              <a:spcAft>
                <a:spcPts val="800"/>
              </a:spcAft>
              <a:buFont typeface="Symbol" panose="05050102010706020507" pitchFamily="18" charset="2"/>
              <a:buChar char=""/>
            </a:pPr>
            <a:r>
              <a:rPr lang="zh-CN" altLang="zh-CN" sz="1400" dirty="0">
                <a:solidFill>
                  <a:schemeClr val="accent2"/>
                </a:solidFill>
              </a:rPr>
              <a:t>工具链：安装</a:t>
            </a:r>
            <a:r>
              <a:rPr lang="en-US" altLang="zh-CN" sz="1400" dirty="0">
                <a:solidFill>
                  <a:schemeClr val="accent2"/>
                </a:solidFill>
              </a:rPr>
              <a:t> ARM64 </a:t>
            </a:r>
            <a:r>
              <a:rPr lang="zh-CN" altLang="zh-CN" sz="1400" dirty="0">
                <a:solidFill>
                  <a:schemeClr val="accent2"/>
                </a:solidFill>
              </a:rPr>
              <a:t>交叉编译工具链，如果你在非</a:t>
            </a:r>
            <a:r>
              <a:rPr lang="en-US" altLang="zh-CN" sz="1400" dirty="0">
                <a:solidFill>
                  <a:schemeClr val="accent2"/>
                </a:solidFill>
              </a:rPr>
              <a:t> ARM64 </a:t>
            </a:r>
            <a:r>
              <a:rPr lang="zh-CN" altLang="zh-CN" sz="1400" dirty="0">
                <a:solidFill>
                  <a:schemeClr val="accent2"/>
                </a:solidFill>
              </a:rPr>
              <a:t>平台上开发。</a:t>
            </a:r>
          </a:p>
          <a:p>
            <a:pPr marL="342900" lvl="0" indent="-342900">
              <a:lnSpc>
                <a:spcPct val="107000"/>
              </a:lnSpc>
              <a:spcAft>
                <a:spcPts val="800"/>
              </a:spcAft>
              <a:buFont typeface="Symbol" panose="05050102010706020507" pitchFamily="18" charset="2"/>
              <a:buChar char=""/>
            </a:pPr>
            <a:r>
              <a:rPr lang="en-US" altLang="zh-CN" sz="1400" dirty="0">
                <a:solidFill>
                  <a:schemeClr val="accent2"/>
                </a:solidFill>
              </a:rPr>
              <a:t>BPF </a:t>
            </a:r>
            <a:r>
              <a:rPr lang="zh-CN" altLang="zh-CN" sz="1400" dirty="0">
                <a:solidFill>
                  <a:schemeClr val="accent2"/>
                </a:solidFill>
              </a:rPr>
              <a:t>工具包：安装</a:t>
            </a:r>
            <a:r>
              <a:rPr lang="en-US" altLang="zh-CN" sz="1400" dirty="0">
                <a:solidFill>
                  <a:schemeClr val="accent2"/>
                </a:solidFill>
              </a:rPr>
              <a:t> bcc </a:t>
            </a:r>
            <a:r>
              <a:rPr lang="zh-CN" altLang="zh-CN" sz="1400" dirty="0">
                <a:solidFill>
                  <a:schemeClr val="accent2"/>
                </a:solidFill>
              </a:rPr>
              <a:t>或</a:t>
            </a:r>
            <a:r>
              <a:rPr lang="en-US" altLang="zh-CN" sz="1400" dirty="0">
                <a:solidFill>
                  <a:schemeClr val="accent2"/>
                </a:solidFill>
              </a:rPr>
              <a:t> </a:t>
            </a:r>
            <a:r>
              <a:rPr lang="en-US" altLang="zh-CN" sz="1400" dirty="0" err="1">
                <a:solidFill>
                  <a:schemeClr val="accent2"/>
                </a:solidFill>
              </a:rPr>
              <a:t>libbpf</a:t>
            </a:r>
            <a:r>
              <a:rPr lang="zh-CN" altLang="zh-CN" sz="1400" dirty="0">
                <a:solidFill>
                  <a:schemeClr val="accent2"/>
                </a:solidFill>
              </a:rPr>
              <a:t>，它们是</a:t>
            </a:r>
            <a:r>
              <a:rPr lang="en-US" altLang="zh-CN" sz="1400" dirty="0">
                <a:solidFill>
                  <a:schemeClr val="accent2"/>
                </a:solidFill>
              </a:rPr>
              <a:t> </a:t>
            </a:r>
            <a:r>
              <a:rPr lang="en-US" altLang="zh-CN" sz="1400" dirty="0" err="1">
                <a:solidFill>
                  <a:schemeClr val="accent2"/>
                </a:solidFill>
              </a:rPr>
              <a:t>eBPF</a:t>
            </a:r>
            <a:r>
              <a:rPr lang="en-US" altLang="zh-CN" sz="1400" dirty="0">
                <a:solidFill>
                  <a:schemeClr val="accent2"/>
                </a:solidFill>
              </a:rPr>
              <a:t> </a:t>
            </a:r>
            <a:r>
              <a:rPr lang="zh-CN" altLang="zh-CN" sz="1400" dirty="0">
                <a:solidFill>
                  <a:schemeClr val="accent2"/>
                </a:solidFill>
              </a:rPr>
              <a:t>开发的关键工具。</a:t>
            </a:r>
            <a:r>
              <a:rPr lang="en-US" altLang="zh-CN" sz="1400" dirty="0">
                <a:solidFill>
                  <a:schemeClr val="accent2"/>
                </a:solidFill>
              </a:rPr>
              <a:t>bcc </a:t>
            </a:r>
            <a:r>
              <a:rPr lang="zh-CN" altLang="zh-CN" sz="1400" dirty="0">
                <a:solidFill>
                  <a:schemeClr val="accent2"/>
                </a:solidFill>
              </a:rPr>
              <a:t>更加友好，适合入门，而</a:t>
            </a:r>
            <a:r>
              <a:rPr lang="en-US" altLang="zh-CN" sz="1400" dirty="0">
                <a:solidFill>
                  <a:schemeClr val="accent2"/>
                </a:solidFill>
              </a:rPr>
              <a:t> </a:t>
            </a:r>
            <a:r>
              <a:rPr lang="en-US" altLang="zh-CN" sz="1400" dirty="0" err="1">
                <a:solidFill>
                  <a:schemeClr val="accent2"/>
                </a:solidFill>
              </a:rPr>
              <a:t>libbpf</a:t>
            </a:r>
            <a:r>
              <a:rPr lang="en-US" altLang="zh-CN" sz="1400" dirty="0">
                <a:solidFill>
                  <a:schemeClr val="accent2"/>
                </a:solidFill>
              </a:rPr>
              <a:t> </a:t>
            </a:r>
            <a:r>
              <a:rPr lang="zh-CN" altLang="zh-CN" sz="1400" dirty="0">
                <a:solidFill>
                  <a:schemeClr val="accent2"/>
                </a:solidFill>
              </a:rPr>
              <a:t>提供了更底层的控制。</a:t>
            </a:r>
          </a:p>
        </p:txBody>
      </p:sp>
      <p:pic>
        <p:nvPicPr>
          <p:cNvPr id="7" name="Picture 6">
            <a:extLst>
              <a:ext uri="{FF2B5EF4-FFF2-40B4-BE49-F238E27FC236}">
                <a16:creationId xmlns:a16="http://schemas.microsoft.com/office/drawing/2014/main" id="{7E56BD69-7A06-B4BB-602A-9CB9FAF92AF0}"/>
              </a:ext>
            </a:extLst>
          </p:cNvPr>
          <p:cNvPicPr>
            <a:picLocks noChangeAspect="1"/>
          </p:cNvPicPr>
          <p:nvPr/>
        </p:nvPicPr>
        <p:blipFill>
          <a:blip r:embed="rId2"/>
          <a:stretch>
            <a:fillRect/>
          </a:stretch>
        </p:blipFill>
        <p:spPr>
          <a:xfrm>
            <a:off x="66699" y="2429944"/>
            <a:ext cx="4185056" cy="1855556"/>
          </a:xfrm>
          <a:prstGeom prst="rect">
            <a:avLst/>
          </a:prstGeom>
        </p:spPr>
      </p:pic>
      <p:pic>
        <p:nvPicPr>
          <p:cNvPr id="9" name="Picture 8" descr="A white background with black text&#10;&#10;Description automatically generated">
            <a:extLst>
              <a:ext uri="{FF2B5EF4-FFF2-40B4-BE49-F238E27FC236}">
                <a16:creationId xmlns:a16="http://schemas.microsoft.com/office/drawing/2014/main" id="{C34303F4-E1EF-A240-3B11-2C8BDEB8E49A}"/>
              </a:ext>
            </a:extLst>
          </p:cNvPr>
          <p:cNvPicPr>
            <a:picLocks noChangeAspect="1"/>
          </p:cNvPicPr>
          <p:nvPr/>
        </p:nvPicPr>
        <p:blipFill>
          <a:blip r:embed="rId3"/>
          <a:stretch>
            <a:fillRect/>
          </a:stretch>
        </p:blipFill>
        <p:spPr>
          <a:xfrm>
            <a:off x="3993558" y="2440050"/>
            <a:ext cx="4242574" cy="1845450"/>
          </a:xfrm>
          <a:prstGeom prst="rect">
            <a:avLst/>
          </a:prstGeom>
        </p:spPr>
      </p:pic>
    </p:spTree>
    <p:extLst>
      <p:ext uri="{BB962C8B-B14F-4D97-AF65-F5344CB8AC3E}">
        <p14:creationId xmlns:p14="http://schemas.microsoft.com/office/powerpoint/2010/main" val="2816280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a:t>
            </a:r>
            <a:r>
              <a:rPr lang="zh-CN" altLang="en-US" dirty="0"/>
              <a:t>实践 </a:t>
            </a:r>
            <a:r>
              <a:rPr lang="en-US" altLang="zh-CN" dirty="0"/>
              <a:t>kernel JIT</a:t>
            </a:r>
            <a:r>
              <a:rPr lang="zh-CN" altLang="en-US" dirty="0"/>
              <a:t>配置</a:t>
            </a:r>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6" name="Picture 5" descr="A white background with black text&#10;&#10;Description automatically generated">
            <a:extLst>
              <a:ext uri="{FF2B5EF4-FFF2-40B4-BE49-F238E27FC236}">
                <a16:creationId xmlns:a16="http://schemas.microsoft.com/office/drawing/2014/main" id="{38E7AE2B-2664-C3AA-5F68-5B762C4D67B0}"/>
              </a:ext>
            </a:extLst>
          </p:cNvPr>
          <p:cNvPicPr>
            <a:picLocks noChangeAspect="1"/>
          </p:cNvPicPr>
          <p:nvPr/>
        </p:nvPicPr>
        <p:blipFill>
          <a:blip r:embed="rId2"/>
          <a:stretch>
            <a:fillRect/>
          </a:stretch>
        </p:blipFill>
        <p:spPr>
          <a:xfrm>
            <a:off x="575583" y="1218384"/>
            <a:ext cx="5772150" cy="2510790"/>
          </a:xfrm>
          <a:prstGeom prst="rect">
            <a:avLst/>
          </a:prstGeom>
        </p:spPr>
      </p:pic>
    </p:spTree>
    <p:extLst>
      <p:ext uri="{BB962C8B-B14F-4D97-AF65-F5344CB8AC3E}">
        <p14:creationId xmlns:p14="http://schemas.microsoft.com/office/powerpoint/2010/main" val="24560585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a:t>
            </a:r>
            <a:r>
              <a:rPr lang="zh-CN" altLang="en-US" dirty="0"/>
              <a:t>实践 </a:t>
            </a:r>
            <a:r>
              <a:rPr lang="en-US" altLang="zh-CN" dirty="0"/>
              <a:t>kernel </a:t>
            </a:r>
            <a:r>
              <a:rPr lang="zh-CN" altLang="en-US" dirty="0"/>
              <a:t>网络配置</a:t>
            </a:r>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3" name="Picture 2" descr="A white background with black text&#10;&#10;Description automatically generated">
            <a:extLst>
              <a:ext uri="{FF2B5EF4-FFF2-40B4-BE49-F238E27FC236}">
                <a16:creationId xmlns:a16="http://schemas.microsoft.com/office/drawing/2014/main" id="{ACD8B8E1-C0AE-3B1B-C266-CE9D17BB6B75}"/>
              </a:ext>
            </a:extLst>
          </p:cNvPr>
          <p:cNvPicPr>
            <a:picLocks noChangeAspect="1"/>
          </p:cNvPicPr>
          <p:nvPr/>
        </p:nvPicPr>
        <p:blipFill>
          <a:blip r:embed="rId2"/>
          <a:stretch>
            <a:fillRect/>
          </a:stretch>
        </p:blipFill>
        <p:spPr>
          <a:xfrm>
            <a:off x="548640" y="1060802"/>
            <a:ext cx="5943600" cy="3173095"/>
          </a:xfrm>
          <a:prstGeom prst="rect">
            <a:avLst/>
          </a:prstGeom>
        </p:spPr>
      </p:pic>
    </p:spTree>
    <p:extLst>
      <p:ext uri="{BB962C8B-B14F-4D97-AF65-F5344CB8AC3E}">
        <p14:creationId xmlns:p14="http://schemas.microsoft.com/office/powerpoint/2010/main" val="21922829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a:t>
            </a:r>
            <a:r>
              <a:rPr lang="zh-CN" altLang="en-US" dirty="0"/>
              <a:t>实践 </a:t>
            </a:r>
            <a:r>
              <a:rPr lang="en-US" altLang="zh-CN" dirty="0"/>
              <a:t>kernel </a:t>
            </a:r>
            <a:r>
              <a:rPr lang="zh-CN" altLang="zh-CN" sz="1800" b="1" dirty="0">
                <a:effectLst/>
                <a:latin typeface="Calibri" panose="020F0502020204030204" pitchFamily="34" charset="0"/>
                <a:ea typeface="宋体" panose="02010600030101010101" pitchFamily="2" charset="-122"/>
                <a:cs typeface="Times New Roman" panose="02020603050405020304" pitchFamily="18" charset="0"/>
              </a:rPr>
              <a:t>跟踪和调试功能</a:t>
            </a:r>
            <a:r>
              <a:rPr lang="zh-CN" altLang="en-US" sz="1800" b="1" dirty="0">
                <a:effectLst/>
                <a:latin typeface="Calibri" panose="020F0502020204030204" pitchFamily="34" charset="0"/>
                <a:ea typeface="宋体" panose="02010600030101010101" pitchFamily="2" charset="-122"/>
                <a:cs typeface="Times New Roman" panose="02020603050405020304" pitchFamily="18" charset="0"/>
              </a:rPr>
              <a:t>配置</a:t>
            </a:r>
            <a:endParaRPr lang="zh-CN" altLang="zh-CN" sz="1800" b="1"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4" name="Picture 3" descr="A screenshot of a computer&#10;&#10;Description automatically generated">
            <a:extLst>
              <a:ext uri="{FF2B5EF4-FFF2-40B4-BE49-F238E27FC236}">
                <a16:creationId xmlns:a16="http://schemas.microsoft.com/office/drawing/2014/main" id="{AE50A8D6-CFA9-7909-2B19-07AD389F6E1F}"/>
              </a:ext>
            </a:extLst>
          </p:cNvPr>
          <p:cNvPicPr>
            <a:picLocks noChangeAspect="1"/>
          </p:cNvPicPr>
          <p:nvPr/>
        </p:nvPicPr>
        <p:blipFill>
          <a:blip r:embed="rId2"/>
          <a:stretch>
            <a:fillRect/>
          </a:stretch>
        </p:blipFill>
        <p:spPr>
          <a:xfrm>
            <a:off x="594361" y="913946"/>
            <a:ext cx="5943600" cy="3511550"/>
          </a:xfrm>
          <a:prstGeom prst="rect">
            <a:avLst/>
          </a:prstGeom>
        </p:spPr>
      </p:pic>
    </p:spTree>
    <p:extLst>
      <p:ext uri="{BB962C8B-B14F-4D97-AF65-F5344CB8AC3E}">
        <p14:creationId xmlns:p14="http://schemas.microsoft.com/office/powerpoint/2010/main" val="25950281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a:t>
            </a:r>
            <a:r>
              <a:rPr lang="zh-CN" altLang="en-US" dirty="0"/>
              <a:t>实践 之</a:t>
            </a:r>
            <a:r>
              <a:rPr lang="en-US" altLang="zh-CN" dirty="0" err="1"/>
              <a:t>libbpf</a:t>
            </a:r>
            <a:r>
              <a:rPr lang="en-US" altLang="zh-CN" dirty="0"/>
              <a:t> kernel </a:t>
            </a:r>
            <a:r>
              <a:rPr lang="zh-CN" altLang="en-US" dirty="0"/>
              <a:t>配置 </a:t>
            </a:r>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4" name="Picture 3">
            <a:extLst>
              <a:ext uri="{FF2B5EF4-FFF2-40B4-BE49-F238E27FC236}">
                <a16:creationId xmlns:a16="http://schemas.microsoft.com/office/drawing/2014/main" id="{F5754AC1-5BA3-0A2A-F274-D201B764A98C}"/>
              </a:ext>
            </a:extLst>
          </p:cNvPr>
          <p:cNvPicPr>
            <a:picLocks noChangeAspect="1"/>
          </p:cNvPicPr>
          <p:nvPr/>
        </p:nvPicPr>
        <p:blipFill>
          <a:blip r:embed="rId2"/>
          <a:stretch>
            <a:fillRect/>
          </a:stretch>
        </p:blipFill>
        <p:spPr>
          <a:xfrm>
            <a:off x="417600" y="781895"/>
            <a:ext cx="5258126" cy="3935723"/>
          </a:xfrm>
          <a:prstGeom prst="rect">
            <a:avLst/>
          </a:prstGeom>
        </p:spPr>
      </p:pic>
    </p:spTree>
    <p:extLst>
      <p:ext uri="{BB962C8B-B14F-4D97-AF65-F5344CB8AC3E}">
        <p14:creationId xmlns:p14="http://schemas.microsoft.com/office/powerpoint/2010/main" val="42542875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a:t>
            </a:r>
            <a:r>
              <a:rPr lang="zh-CN" altLang="en-US" dirty="0"/>
              <a:t>实践 之</a:t>
            </a:r>
            <a:r>
              <a:rPr lang="en-US" altLang="zh-CN" dirty="0" err="1"/>
              <a:t>libbpf</a:t>
            </a:r>
            <a:r>
              <a:rPr lang="zh-CN" altLang="en-US" dirty="0"/>
              <a:t> 交叉编译</a:t>
            </a:r>
            <a:r>
              <a:rPr lang="en-US" altLang="zh-CN" dirty="0"/>
              <a:t>libbpf.so-</a:t>
            </a:r>
            <a:r>
              <a:rPr lang="en-US" altLang="zh-CN" dirty="0" err="1"/>
              <a:t>libz</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TextBox 6">
            <a:extLst>
              <a:ext uri="{FF2B5EF4-FFF2-40B4-BE49-F238E27FC236}">
                <a16:creationId xmlns:a16="http://schemas.microsoft.com/office/drawing/2014/main" id="{F9B24BB0-7866-8EBF-69B0-4D8BE8914748}"/>
              </a:ext>
            </a:extLst>
          </p:cNvPr>
          <p:cNvSpPr txBox="1"/>
          <p:nvPr/>
        </p:nvSpPr>
        <p:spPr>
          <a:xfrm>
            <a:off x="310037" y="903113"/>
            <a:ext cx="8523926" cy="3955442"/>
          </a:xfrm>
          <a:prstGeom prst="rect">
            <a:avLst/>
          </a:prstGeom>
          <a:noFill/>
          <a:ln>
            <a:noFill/>
          </a:ln>
        </p:spPr>
        <p:txBody>
          <a:bodyPr wrap="square">
            <a:spAutoFit/>
          </a:bodyPr>
          <a:lstStyle/>
          <a:p>
            <a:pPr>
              <a:lnSpc>
                <a:spcPct val="107000"/>
              </a:lnSpc>
              <a:spcAft>
                <a:spcPts val="800"/>
              </a:spcAft>
            </a:pPr>
            <a:r>
              <a:rPr lang="zh-CN" altLang="zh-CN" sz="1100" dirty="0">
                <a:solidFill>
                  <a:schemeClr val="accent2"/>
                </a:solidFill>
              </a:rPr>
              <a:t>交叉编译依赖库</a:t>
            </a:r>
            <a:r>
              <a:rPr lang="en-US" altLang="zh-CN" sz="1100" dirty="0" err="1">
                <a:solidFill>
                  <a:schemeClr val="accent2"/>
                </a:solidFill>
              </a:rPr>
              <a:t>libz</a:t>
            </a:r>
            <a:endParaRPr lang="en-US" altLang="zh-CN" sz="1100" dirty="0">
              <a:solidFill>
                <a:schemeClr val="accent2"/>
              </a:solidFill>
            </a:endParaRPr>
          </a:p>
          <a:p>
            <a:pPr marL="342900" lvl="0" indent="-342900">
              <a:lnSpc>
                <a:spcPct val="107000"/>
              </a:lnSpc>
              <a:spcAft>
                <a:spcPts val="800"/>
              </a:spcAft>
              <a:buFont typeface="Wingdings" panose="05000000000000000000" pitchFamily="2" charset="2"/>
              <a:buChar char="Ø"/>
            </a:pPr>
            <a:r>
              <a:rPr lang="zh-CN" altLang="zh-CN" sz="1100" dirty="0">
                <a:solidFill>
                  <a:schemeClr val="accent2"/>
                </a:solidFill>
              </a:rPr>
              <a:t>下载源码</a:t>
            </a:r>
          </a:p>
          <a:p>
            <a:pPr>
              <a:lnSpc>
                <a:spcPct val="107000"/>
              </a:lnSpc>
              <a:spcAft>
                <a:spcPts val="800"/>
              </a:spcAft>
            </a:pPr>
            <a:r>
              <a:rPr lang="en-US" altLang="zh-CN" sz="1100" dirty="0" err="1">
                <a:solidFill>
                  <a:schemeClr val="accent2"/>
                </a:solidFill>
              </a:rPr>
              <a:t>wget</a:t>
            </a:r>
            <a:r>
              <a:rPr lang="en-US" altLang="zh-CN" sz="1100" dirty="0">
                <a:solidFill>
                  <a:schemeClr val="accent2"/>
                </a:solidFill>
              </a:rPr>
              <a:t> </a:t>
            </a:r>
            <a:r>
              <a:rPr lang="en-US" altLang="zh-CN" sz="1100" dirty="0">
                <a:solidFill>
                  <a:schemeClr val="accent2"/>
                </a:solidFill>
                <a:hlinkClick r:id="rId2">
                  <a:extLst>
                    <a:ext uri="{A12FA001-AC4F-418D-AE19-62706E023703}">
                      <ahyp:hlinkClr xmlns:ahyp="http://schemas.microsoft.com/office/drawing/2018/hyperlinkcolor" val="tx"/>
                    </a:ext>
                  </a:extLst>
                </a:hlinkClick>
              </a:rPr>
              <a:t>https://www.zlib.net/zlib-1.2.10.tar.gz</a:t>
            </a:r>
            <a:endParaRPr lang="zh-CN" altLang="zh-CN" sz="1100" dirty="0">
              <a:solidFill>
                <a:schemeClr val="accent2"/>
              </a:solidFill>
            </a:endParaRPr>
          </a:p>
          <a:p>
            <a:pPr marL="342900" lvl="0" indent="-342900">
              <a:lnSpc>
                <a:spcPct val="107000"/>
              </a:lnSpc>
              <a:spcAft>
                <a:spcPts val="800"/>
              </a:spcAft>
              <a:buFont typeface="Wingdings" panose="05000000000000000000" pitchFamily="2" charset="2"/>
              <a:buChar char="Ø"/>
            </a:pPr>
            <a:r>
              <a:rPr lang="zh-CN" altLang="zh-CN" sz="1100" dirty="0">
                <a:solidFill>
                  <a:schemeClr val="accent2"/>
                </a:solidFill>
              </a:rPr>
              <a:t>交叉编译</a:t>
            </a:r>
            <a:endParaRPr lang="en-US" altLang="zh-CN" sz="1100" dirty="0">
              <a:solidFill>
                <a:schemeClr val="accent2"/>
              </a:solidFill>
            </a:endParaRPr>
          </a:p>
          <a:p>
            <a:pPr lvl="0">
              <a:lnSpc>
                <a:spcPct val="107000"/>
              </a:lnSpc>
              <a:spcAft>
                <a:spcPts val="800"/>
              </a:spcAft>
            </a:pPr>
            <a:r>
              <a:rPr lang="en-US" altLang="zh-CN" sz="1100" dirty="0">
                <a:solidFill>
                  <a:schemeClr val="accent2"/>
                </a:solidFill>
              </a:rPr>
              <a:t>	 export PATH=/opt/tools/OPENWRT/ubuntu20/toolchain-aarch64/bin:$PATH</a:t>
            </a:r>
          </a:p>
          <a:p>
            <a:pPr lvl="0">
              <a:lnSpc>
                <a:spcPct val="107000"/>
              </a:lnSpc>
              <a:spcAft>
                <a:spcPts val="800"/>
              </a:spcAft>
            </a:pPr>
            <a:r>
              <a:rPr lang="en-US" altLang="zh-CN" sz="1100" dirty="0">
                <a:solidFill>
                  <a:schemeClr val="accent2"/>
                </a:solidFill>
              </a:rPr>
              <a:t>              export CC=aarch64-openwrt-linux-gcc</a:t>
            </a:r>
          </a:p>
          <a:p>
            <a:pPr lvl="0">
              <a:lnSpc>
                <a:spcPct val="107000"/>
              </a:lnSpc>
              <a:spcAft>
                <a:spcPts val="800"/>
              </a:spcAft>
            </a:pPr>
            <a:r>
              <a:rPr lang="en-US" altLang="zh-CN" sz="1100" dirty="0">
                <a:solidFill>
                  <a:schemeClr val="accent2"/>
                </a:solidFill>
              </a:rPr>
              <a:t>	export AR=aarch64-openwrt-linux-gcc-ar</a:t>
            </a:r>
          </a:p>
          <a:p>
            <a:pPr lvl="0">
              <a:lnSpc>
                <a:spcPct val="107000"/>
              </a:lnSpc>
              <a:spcAft>
                <a:spcPts val="800"/>
              </a:spcAft>
            </a:pPr>
            <a:r>
              <a:rPr lang="en-US" altLang="zh-CN" sz="1100" dirty="0">
                <a:solidFill>
                  <a:schemeClr val="accent2"/>
                </a:solidFill>
              </a:rPr>
              <a:t>	export RANLIB=aarch64-openwrt-linux-gcc-ranlib</a:t>
            </a:r>
          </a:p>
          <a:p>
            <a:pPr lvl="0">
              <a:lnSpc>
                <a:spcPct val="107000"/>
              </a:lnSpc>
              <a:spcAft>
                <a:spcPts val="800"/>
              </a:spcAft>
            </a:pPr>
            <a:r>
              <a:rPr lang="en-US" altLang="zh-CN" sz="1100" dirty="0">
                <a:solidFill>
                  <a:schemeClr val="accent2"/>
                </a:solidFill>
              </a:rPr>
              <a:t>	tar -</a:t>
            </a:r>
            <a:r>
              <a:rPr lang="en-US" altLang="zh-CN" sz="1100" dirty="0" err="1">
                <a:solidFill>
                  <a:schemeClr val="accent2"/>
                </a:solidFill>
              </a:rPr>
              <a:t>xzvf</a:t>
            </a:r>
            <a:r>
              <a:rPr lang="en-US" altLang="zh-CN" sz="1100" dirty="0">
                <a:solidFill>
                  <a:schemeClr val="accent2"/>
                </a:solidFill>
              </a:rPr>
              <a:t> zlib-1.2.10.tar.gz &amp;&amp; cd zlib-1.2.10/ </a:t>
            </a:r>
          </a:p>
          <a:p>
            <a:pPr lvl="0">
              <a:lnSpc>
                <a:spcPct val="107000"/>
              </a:lnSpc>
              <a:spcAft>
                <a:spcPts val="800"/>
              </a:spcAft>
            </a:pPr>
            <a:r>
              <a:rPr lang="en-US" altLang="zh-CN" sz="1100" dirty="0">
                <a:solidFill>
                  <a:schemeClr val="accent2"/>
                </a:solidFill>
              </a:rPr>
              <a:t>	./configure --prefix=/repo/</a:t>
            </a:r>
            <a:r>
              <a:rPr lang="en-US" altLang="zh-CN" sz="1100" dirty="0" err="1">
                <a:solidFill>
                  <a:schemeClr val="accent2"/>
                </a:solidFill>
              </a:rPr>
              <a:t>ybzhang</a:t>
            </a:r>
            <a:r>
              <a:rPr lang="en-US" altLang="zh-CN" sz="1100" dirty="0">
                <a:solidFill>
                  <a:schemeClr val="accent2"/>
                </a:solidFill>
              </a:rPr>
              <a:t>/</a:t>
            </a:r>
            <a:r>
              <a:rPr lang="en-US" altLang="zh-CN" sz="1100" dirty="0" err="1">
                <a:solidFill>
                  <a:schemeClr val="accent2"/>
                </a:solidFill>
              </a:rPr>
              <a:t>ebpf</a:t>
            </a:r>
            <a:r>
              <a:rPr lang="en-US" altLang="zh-CN" sz="1100" dirty="0">
                <a:solidFill>
                  <a:schemeClr val="accent2"/>
                </a:solidFill>
              </a:rPr>
              <a:t>/</a:t>
            </a:r>
            <a:r>
              <a:rPr lang="en-US" altLang="zh-CN" sz="1100" dirty="0" err="1">
                <a:solidFill>
                  <a:schemeClr val="accent2"/>
                </a:solidFill>
              </a:rPr>
              <a:t>libbpf</a:t>
            </a:r>
            <a:r>
              <a:rPr lang="en-US" altLang="zh-CN" sz="1100" dirty="0">
                <a:solidFill>
                  <a:schemeClr val="accent2"/>
                </a:solidFill>
              </a:rPr>
              <a:t>/install</a:t>
            </a:r>
          </a:p>
          <a:p>
            <a:pPr lvl="0">
              <a:lnSpc>
                <a:spcPct val="107000"/>
              </a:lnSpc>
              <a:spcAft>
                <a:spcPts val="800"/>
              </a:spcAft>
            </a:pPr>
            <a:r>
              <a:rPr lang="en-US" altLang="zh-CN" sz="1100" dirty="0">
                <a:solidFill>
                  <a:schemeClr val="accent2"/>
                </a:solidFill>
              </a:rPr>
              <a:t>	</a:t>
            </a:r>
            <a:r>
              <a:rPr lang="en-US" altLang="zh-CN" sz="1100" dirty="0" err="1">
                <a:solidFill>
                  <a:schemeClr val="accent2"/>
                </a:solidFill>
              </a:rPr>
              <a:t>make;make</a:t>
            </a:r>
            <a:r>
              <a:rPr lang="en-US" altLang="zh-CN" sz="1100" dirty="0">
                <a:solidFill>
                  <a:schemeClr val="accent2"/>
                </a:solidFill>
              </a:rPr>
              <a:t> install</a:t>
            </a:r>
            <a:endParaRPr lang="zh-CN" altLang="zh-CN" sz="1100" dirty="0">
              <a:solidFill>
                <a:schemeClr val="accent2"/>
              </a:solidFill>
            </a:endParaRPr>
          </a:p>
          <a:p>
            <a:pPr marL="342900" lvl="0" indent="-342900">
              <a:lnSpc>
                <a:spcPct val="107000"/>
              </a:lnSpc>
              <a:spcAft>
                <a:spcPts val="800"/>
              </a:spcAft>
              <a:buFont typeface="Wingdings" panose="05000000000000000000" pitchFamily="2" charset="2"/>
              <a:buChar char="Ø"/>
            </a:pPr>
            <a:r>
              <a:rPr lang="zh-CN" altLang="zh-CN" sz="1100" dirty="0">
                <a:solidFill>
                  <a:schemeClr val="accent2"/>
                </a:solidFill>
              </a:rPr>
              <a:t>检查编译结果</a:t>
            </a:r>
            <a:endParaRPr lang="en-US" altLang="zh-CN" sz="1100" dirty="0">
              <a:solidFill>
                <a:schemeClr val="accent2"/>
              </a:solidFill>
            </a:endParaRPr>
          </a:p>
          <a:p>
            <a:pPr lvl="0">
              <a:lnSpc>
                <a:spcPct val="107000"/>
              </a:lnSpc>
              <a:spcAft>
                <a:spcPts val="800"/>
              </a:spcAft>
            </a:pPr>
            <a:r>
              <a:rPr lang="en-US" altLang="zh-CN" sz="1100" dirty="0">
                <a:solidFill>
                  <a:schemeClr val="accent2"/>
                </a:solidFill>
              </a:rPr>
              <a:t>           ybzhang@aont04-hz-rd10-u20:lib$ file libz.so.1.2.10</a:t>
            </a:r>
          </a:p>
          <a:p>
            <a:pPr lvl="0">
              <a:lnSpc>
                <a:spcPct val="107000"/>
              </a:lnSpc>
              <a:spcAft>
                <a:spcPts val="800"/>
              </a:spcAft>
            </a:pPr>
            <a:r>
              <a:rPr lang="en-US" altLang="zh-CN" sz="1100" dirty="0">
                <a:solidFill>
                  <a:schemeClr val="accent2"/>
                </a:solidFill>
              </a:rPr>
              <a:t>	libz.so.1.2.10: ELF 64-bit LSB shared object, ARM aarch64, version 1 (SYSV), dynamically linked, not stripped</a:t>
            </a:r>
            <a:endParaRPr lang="zh-CN" altLang="zh-CN" sz="1100" dirty="0">
              <a:solidFill>
                <a:schemeClr val="accent2"/>
              </a:solidFill>
            </a:endParaRPr>
          </a:p>
        </p:txBody>
      </p:sp>
    </p:spTree>
    <p:extLst>
      <p:ext uri="{BB962C8B-B14F-4D97-AF65-F5344CB8AC3E}">
        <p14:creationId xmlns:p14="http://schemas.microsoft.com/office/powerpoint/2010/main" val="28708132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a:t>
            </a:r>
            <a:r>
              <a:rPr lang="zh-CN" altLang="en-US" dirty="0"/>
              <a:t>实践 之</a:t>
            </a:r>
            <a:r>
              <a:rPr lang="en-US" altLang="zh-CN" dirty="0" err="1"/>
              <a:t>libbpf</a:t>
            </a:r>
            <a:r>
              <a:rPr lang="zh-CN" altLang="en-US" dirty="0"/>
              <a:t> 交叉编译</a:t>
            </a:r>
            <a:r>
              <a:rPr lang="en-US" altLang="zh-CN" dirty="0"/>
              <a:t>libbpf.so-</a:t>
            </a:r>
            <a:r>
              <a:rPr lang="en-US" altLang="zh-CN" sz="1800" dirty="0" err="1">
                <a:effectLst/>
                <a:latin typeface="Calibri" panose="020F0502020204030204" pitchFamily="34" charset="0"/>
                <a:ea typeface="宋体" panose="02010600030101010101" pitchFamily="2" charset="-122"/>
                <a:cs typeface="Times New Roman" panose="02020603050405020304" pitchFamily="18" charset="0"/>
              </a:rPr>
              <a:t>elfutils</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TextBox 6">
            <a:extLst>
              <a:ext uri="{FF2B5EF4-FFF2-40B4-BE49-F238E27FC236}">
                <a16:creationId xmlns:a16="http://schemas.microsoft.com/office/drawing/2014/main" id="{F9B24BB0-7866-8EBF-69B0-4D8BE8914748}"/>
              </a:ext>
            </a:extLst>
          </p:cNvPr>
          <p:cNvSpPr txBox="1"/>
          <p:nvPr/>
        </p:nvSpPr>
        <p:spPr>
          <a:xfrm>
            <a:off x="574354" y="806164"/>
            <a:ext cx="8523926" cy="3104248"/>
          </a:xfrm>
          <a:prstGeom prst="rect">
            <a:avLst/>
          </a:prstGeom>
          <a:noFill/>
          <a:ln>
            <a:noFill/>
          </a:ln>
        </p:spPr>
        <p:txBody>
          <a:bodyPr wrap="square">
            <a:spAutoFit/>
          </a:bodyPr>
          <a:lstStyle/>
          <a:p>
            <a:pPr>
              <a:lnSpc>
                <a:spcPct val="107000"/>
              </a:lnSpc>
              <a:spcAft>
                <a:spcPts val="800"/>
              </a:spcAft>
            </a:pPr>
            <a:r>
              <a:rPr lang="zh-CN" altLang="zh-CN" sz="1100" dirty="0">
                <a:solidFill>
                  <a:schemeClr val="accent2"/>
                </a:solidFill>
              </a:rPr>
              <a:t>交叉编译依赖库</a:t>
            </a:r>
            <a:r>
              <a:rPr lang="en-US" altLang="zh-CN" sz="1100" dirty="0" err="1">
                <a:solidFill>
                  <a:schemeClr val="accent2"/>
                </a:solidFill>
              </a:rPr>
              <a:t>libz</a:t>
            </a:r>
            <a:endParaRPr lang="en-US" altLang="zh-CN" sz="1100" dirty="0">
              <a:solidFill>
                <a:schemeClr val="accent2"/>
              </a:solidFill>
            </a:endParaRPr>
          </a:p>
          <a:p>
            <a:pPr marL="342900" lvl="0" indent="-342900">
              <a:lnSpc>
                <a:spcPct val="107000"/>
              </a:lnSpc>
              <a:spcAft>
                <a:spcPts val="800"/>
              </a:spcAft>
              <a:buFont typeface="Wingdings" panose="05000000000000000000" pitchFamily="2" charset="2"/>
              <a:buChar char="Ø"/>
            </a:pPr>
            <a:r>
              <a:rPr lang="zh-CN" altLang="zh-CN" sz="1100" dirty="0">
                <a:solidFill>
                  <a:schemeClr val="accent2"/>
                </a:solidFill>
              </a:rPr>
              <a:t>下载源码</a:t>
            </a:r>
          </a:p>
          <a:p>
            <a:pPr>
              <a:lnSpc>
                <a:spcPct val="107000"/>
              </a:lnSpc>
              <a:spcAft>
                <a:spcPts val="800"/>
              </a:spcAft>
            </a:pPr>
            <a:r>
              <a:rPr lang="en-US" altLang="zh-CN" sz="1100" dirty="0">
                <a:solidFill>
                  <a:schemeClr val="accent2"/>
                </a:solidFill>
              </a:rPr>
              <a:t>	</a:t>
            </a:r>
            <a:r>
              <a:rPr lang="en-US" altLang="zh-CN" sz="1100" dirty="0">
                <a:solidFill>
                  <a:schemeClr val="accent2"/>
                </a:solidFill>
                <a:hlinkClick r:id="rId2">
                  <a:extLst>
                    <a:ext uri="{A12FA001-AC4F-418D-AE19-62706E023703}">
                      <ahyp:hlinkClr xmlns:ahyp="http://schemas.microsoft.com/office/drawing/2018/hyperlinkcolor" val="tx"/>
                    </a:ext>
                  </a:extLst>
                </a:hlinkClick>
              </a:rPr>
              <a:t>https://sourceware.org/elfutils/ftp/</a:t>
            </a:r>
            <a:endParaRPr lang="zh-CN" altLang="zh-CN" sz="1100" dirty="0">
              <a:solidFill>
                <a:schemeClr val="accent2"/>
              </a:solidFill>
            </a:endParaRPr>
          </a:p>
          <a:p>
            <a:pPr marL="342900" lvl="0" indent="-342900">
              <a:lnSpc>
                <a:spcPct val="107000"/>
              </a:lnSpc>
              <a:spcAft>
                <a:spcPts val="800"/>
              </a:spcAft>
              <a:buFont typeface="Wingdings" panose="05000000000000000000" pitchFamily="2" charset="2"/>
              <a:buChar char="Ø"/>
            </a:pPr>
            <a:r>
              <a:rPr lang="zh-CN" altLang="zh-CN" sz="1100" dirty="0">
                <a:solidFill>
                  <a:schemeClr val="accent2"/>
                </a:solidFill>
              </a:rPr>
              <a:t>交叉编译</a:t>
            </a:r>
            <a:endParaRPr lang="en-US" altLang="zh-CN" sz="1100" dirty="0">
              <a:solidFill>
                <a:schemeClr val="accent2"/>
              </a:solidFill>
            </a:endParaRPr>
          </a:p>
          <a:p>
            <a:pPr lvl="0">
              <a:lnSpc>
                <a:spcPct val="107000"/>
              </a:lnSpc>
              <a:spcAft>
                <a:spcPts val="800"/>
              </a:spcAft>
            </a:pPr>
            <a:endParaRPr lang="en-US" altLang="zh-CN" sz="1100" dirty="0">
              <a:solidFill>
                <a:schemeClr val="accent2"/>
              </a:solidFill>
            </a:endParaRPr>
          </a:p>
          <a:p>
            <a:pPr lvl="0">
              <a:lnSpc>
                <a:spcPct val="107000"/>
              </a:lnSpc>
              <a:spcAft>
                <a:spcPts val="800"/>
              </a:spcAft>
            </a:pPr>
            <a:endParaRPr lang="en-US" altLang="zh-CN" sz="1100" dirty="0">
              <a:solidFill>
                <a:schemeClr val="accent2"/>
              </a:solidFill>
            </a:endParaRPr>
          </a:p>
          <a:p>
            <a:pPr lvl="0">
              <a:lnSpc>
                <a:spcPct val="107000"/>
              </a:lnSpc>
              <a:spcAft>
                <a:spcPts val="800"/>
              </a:spcAft>
            </a:pPr>
            <a:endParaRPr lang="en-US" altLang="zh-CN" sz="1100" dirty="0">
              <a:solidFill>
                <a:schemeClr val="accent2"/>
              </a:solidFill>
            </a:endParaRPr>
          </a:p>
          <a:p>
            <a:pPr lvl="0">
              <a:lnSpc>
                <a:spcPct val="107000"/>
              </a:lnSpc>
              <a:spcAft>
                <a:spcPts val="800"/>
              </a:spcAft>
            </a:pPr>
            <a:endParaRPr lang="en-US" altLang="zh-CN" sz="1100" dirty="0">
              <a:solidFill>
                <a:schemeClr val="accent2"/>
              </a:solidFill>
            </a:endParaRPr>
          </a:p>
          <a:p>
            <a:pPr lvl="0">
              <a:lnSpc>
                <a:spcPct val="107000"/>
              </a:lnSpc>
              <a:spcAft>
                <a:spcPts val="800"/>
              </a:spcAft>
            </a:pPr>
            <a:endParaRPr lang="en-US" altLang="zh-CN" sz="1100" dirty="0">
              <a:solidFill>
                <a:schemeClr val="accent2"/>
              </a:solidFill>
            </a:endParaRPr>
          </a:p>
          <a:p>
            <a:pPr marL="171450" lvl="0" indent="-171450">
              <a:lnSpc>
                <a:spcPct val="107000"/>
              </a:lnSpc>
              <a:spcAft>
                <a:spcPts val="800"/>
              </a:spcAft>
              <a:buFont typeface="Wingdings" panose="05000000000000000000" pitchFamily="2" charset="2"/>
              <a:buChar char="Ø"/>
            </a:pPr>
            <a:r>
              <a:rPr lang="zh-CN" altLang="zh-CN" sz="1100" dirty="0">
                <a:solidFill>
                  <a:schemeClr val="accent2"/>
                </a:solidFill>
              </a:rPr>
              <a:t>检查编译结果</a:t>
            </a:r>
            <a:endParaRPr lang="en-US" altLang="zh-CN" sz="1100" dirty="0">
              <a:solidFill>
                <a:schemeClr val="accent2"/>
              </a:solidFill>
            </a:endParaRPr>
          </a:p>
          <a:p>
            <a:pPr marL="171450" lvl="0" indent="-171450">
              <a:lnSpc>
                <a:spcPct val="107000"/>
              </a:lnSpc>
              <a:spcAft>
                <a:spcPts val="800"/>
              </a:spcAft>
              <a:buFont typeface="Wingdings" panose="05000000000000000000" pitchFamily="2" charset="2"/>
              <a:buChar char="Ø"/>
            </a:pPr>
            <a:endParaRPr lang="en-US" altLang="zh-CN" sz="1100" dirty="0">
              <a:solidFill>
                <a:schemeClr val="accent2"/>
              </a:solidFill>
            </a:endParaRPr>
          </a:p>
        </p:txBody>
      </p:sp>
      <p:pic>
        <p:nvPicPr>
          <p:cNvPr id="4" name="Picture 3">
            <a:extLst>
              <a:ext uri="{FF2B5EF4-FFF2-40B4-BE49-F238E27FC236}">
                <a16:creationId xmlns:a16="http://schemas.microsoft.com/office/drawing/2014/main" id="{335E77C4-9B3C-F4BD-EEED-0444BEDA141A}"/>
              </a:ext>
            </a:extLst>
          </p:cNvPr>
          <p:cNvPicPr>
            <a:picLocks noChangeAspect="1"/>
          </p:cNvPicPr>
          <p:nvPr/>
        </p:nvPicPr>
        <p:blipFill>
          <a:blip r:embed="rId3"/>
          <a:stretch>
            <a:fillRect/>
          </a:stretch>
        </p:blipFill>
        <p:spPr>
          <a:xfrm>
            <a:off x="817896" y="1902052"/>
            <a:ext cx="7908504" cy="1395230"/>
          </a:xfrm>
          <a:prstGeom prst="rect">
            <a:avLst/>
          </a:prstGeom>
        </p:spPr>
      </p:pic>
      <p:pic>
        <p:nvPicPr>
          <p:cNvPr id="9" name="Picture 8">
            <a:extLst>
              <a:ext uri="{FF2B5EF4-FFF2-40B4-BE49-F238E27FC236}">
                <a16:creationId xmlns:a16="http://schemas.microsoft.com/office/drawing/2014/main" id="{019C61B4-86E7-CF66-AB8D-79B88D308073}"/>
              </a:ext>
            </a:extLst>
          </p:cNvPr>
          <p:cNvPicPr>
            <a:picLocks noChangeAspect="1"/>
          </p:cNvPicPr>
          <p:nvPr/>
        </p:nvPicPr>
        <p:blipFill>
          <a:blip r:embed="rId4"/>
          <a:stretch>
            <a:fillRect/>
          </a:stretch>
        </p:blipFill>
        <p:spPr>
          <a:xfrm>
            <a:off x="817896" y="3721100"/>
            <a:ext cx="7960344" cy="233951"/>
          </a:xfrm>
          <a:prstGeom prst="rect">
            <a:avLst/>
          </a:prstGeom>
        </p:spPr>
      </p:pic>
    </p:spTree>
    <p:extLst>
      <p:ext uri="{BB962C8B-B14F-4D97-AF65-F5344CB8AC3E}">
        <p14:creationId xmlns:p14="http://schemas.microsoft.com/office/powerpoint/2010/main" val="30685470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a:t>
            </a:r>
            <a:r>
              <a:rPr lang="zh-CN" altLang="en-US" dirty="0"/>
              <a:t>实践 之</a:t>
            </a:r>
            <a:r>
              <a:rPr lang="en-US" altLang="zh-CN" dirty="0" err="1"/>
              <a:t>libbpf</a:t>
            </a:r>
            <a:r>
              <a:rPr lang="zh-CN" altLang="en-US" dirty="0"/>
              <a:t> 交叉编译</a:t>
            </a:r>
            <a:r>
              <a:rPr lang="en-US" altLang="zh-CN" dirty="0"/>
              <a:t>libbpf.so</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TextBox 6">
            <a:extLst>
              <a:ext uri="{FF2B5EF4-FFF2-40B4-BE49-F238E27FC236}">
                <a16:creationId xmlns:a16="http://schemas.microsoft.com/office/drawing/2014/main" id="{F9B24BB0-7866-8EBF-69B0-4D8BE8914748}"/>
              </a:ext>
            </a:extLst>
          </p:cNvPr>
          <p:cNvSpPr txBox="1"/>
          <p:nvPr/>
        </p:nvSpPr>
        <p:spPr>
          <a:xfrm>
            <a:off x="535577" y="828716"/>
            <a:ext cx="8288383" cy="3671711"/>
          </a:xfrm>
          <a:prstGeom prst="rect">
            <a:avLst/>
          </a:prstGeom>
          <a:noFill/>
          <a:ln>
            <a:noFill/>
          </a:ln>
        </p:spPr>
        <p:txBody>
          <a:bodyPr wrap="square">
            <a:spAutoFit/>
          </a:bodyPr>
          <a:lstStyle/>
          <a:p>
            <a:pPr>
              <a:lnSpc>
                <a:spcPct val="107000"/>
              </a:lnSpc>
              <a:spcAft>
                <a:spcPts val="800"/>
              </a:spcAft>
            </a:pPr>
            <a:r>
              <a:rPr lang="zh-CN" altLang="zh-CN" sz="1100" dirty="0">
                <a:solidFill>
                  <a:schemeClr val="accent2"/>
                </a:solidFill>
              </a:rPr>
              <a:t>交叉编译依赖库</a:t>
            </a:r>
            <a:r>
              <a:rPr lang="en-US" altLang="zh-CN" sz="1100" dirty="0" err="1">
                <a:solidFill>
                  <a:schemeClr val="accent2"/>
                </a:solidFill>
              </a:rPr>
              <a:t>libz</a:t>
            </a:r>
            <a:endParaRPr lang="en-US" altLang="zh-CN" sz="1100" dirty="0">
              <a:solidFill>
                <a:schemeClr val="accent2"/>
              </a:solidFill>
            </a:endParaRPr>
          </a:p>
          <a:p>
            <a:pPr marL="342900" lvl="0" indent="-342900">
              <a:lnSpc>
                <a:spcPct val="107000"/>
              </a:lnSpc>
              <a:spcAft>
                <a:spcPts val="800"/>
              </a:spcAft>
              <a:buFont typeface="Wingdings" panose="05000000000000000000" pitchFamily="2" charset="2"/>
              <a:buChar char="Ø"/>
            </a:pPr>
            <a:r>
              <a:rPr lang="zh-CN" altLang="en-US" sz="1100" dirty="0">
                <a:solidFill>
                  <a:schemeClr val="accent2"/>
                </a:solidFill>
              </a:rPr>
              <a:t>编译路径</a:t>
            </a:r>
            <a:endParaRPr lang="zh-CN" altLang="zh-CN" sz="1100" dirty="0">
              <a:solidFill>
                <a:schemeClr val="accent2"/>
              </a:solidFill>
            </a:endParaRPr>
          </a:p>
          <a:p>
            <a:pPr>
              <a:lnSpc>
                <a:spcPct val="107000"/>
              </a:lnSpc>
              <a:spcAft>
                <a:spcPts val="800"/>
              </a:spcAft>
            </a:pPr>
            <a:endParaRPr lang="en-US" altLang="zh-CN" sz="1100" dirty="0">
              <a:solidFill>
                <a:schemeClr val="accent2"/>
              </a:solidFill>
            </a:endParaRPr>
          </a:p>
          <a:p>
            <a:pPr>
              <a:lnSpc>
                <a:spcPct val="107000"/>
              </a:lnSpc>
              <a:spcAft>
                <a:spcPts val="800"/>
              </a:spcAft>
            </a:pPr>
            <a:endParaRPr lang="en-US" altLang="zh-CN" sz="1100" dirty="0">
              <a:solidFill>
                <a:schemeClr val="accent2"/>
              </a:solidFill>
            </a:endParaRPr>
          </a:p>
          <a:p>
            <a:pPr>
              <a:lnSpc>
                <a:spcPct val="107000"/>
              </a:lnSpc>
              <a:spcAft>
                <a:spcPts val="800"/>
              </a:spcAft>
            </a:pPr>
            <a:r>
              <a:rPr lang="en-US" altLang="zh-CN" sz="1100" dirty="0">
                <a:solidFill>
                  <a:schemeClr val="accent2"/>
                </a:solidFill>
              </a:rPr>
              <a:t>	</a:t>
            </a:r>
          </a:p>
          <a:p>
            <a:pPr marL="171450" indent="-171450">
              <a:lnSpc>
                <a:spcPct val="107000"/>
              </a:lnSpc>
              <a:spcAft>
                <a:spcPts val="800"/>
              </a:spcAft>
              <a:buFont typeface="Wingdings" panose="05000000000000000000" pitchFamily="2" charset="2"/>
              <a:buChar char="Ø"/>
            </a:pPr>
            <a:r>
              <a:rPr lang="zh-CN" altLang="zh-CN" sz="1100" dirty="0">
                <a:solidFill>
                  <a:schemeClr val="accent2"/>
                </a:solidFill>
              </a:rPr>
              <a:t>交叉编译</a:t>
            </a:r>
            <a:endParaRPr lang="en-US" altLang="zh-CN" sz="1100" dirty="0">
              <a:solidFill>
                <a:schemeClr val="accent2"/>
              </a:solidFill>
            </a:endParaRPr>
          </a:p>
          <a:p>
            <a:pPr lvl="0">
              <a:lnSpc>
                <a:spcPct val="107000"/>
              </a:lnSpc>
              <a:spcAft>
                <a:spcPts val="800"/>
              </a:spcAft>
            </a:pPr>
            <a:endParaRPr lang="en-US" altLang="zh-CN" sz="1100" dirty="0">
              <a:solidFill>
                <a:schemeClr val="accent2"/>
              </a:solidFill>
            </a:endParaRPr>
          </a:p>
          <a:p>
            <a:pPr lvl="0">
              <a:lnSpc>
                <a:spcPct val="107000"/>
              </a:lnSpc>
              <a:spcAft>
                <a:spcPts val="800"/>
              </a:spcAft>
            </a:pPr>
            <a:endParaRPr lang="en-US" altLang="zh-CN" sz="1100" dirty="0">
              <a:solidFill>
                <a:schemeClr val="accent2"/>
              </a:solidFill>
            </a:endParaRPr>
          </a:p>
          <a:p>
            <a:pPr lvl="0">
              <a:lnSpc>
                <a:spcPct val="107000"/>
              </a:lnSpc>
              <a:spcAft>
                <a:spcPts val="800"/>
              </a:spcAft>
            </a:pPr>
            <a:endParaRPr lang="en-US" altLang="zh-CN" sz="1100" dirty="0">
              <a:solidFill>
                <a:schemeClr val="accent2"/>
              </a:solidFill>
            </a:endParaRPr>
          </a:p>
          <a:p>
            <a:pPr lvl="0">
              <a:lnSpc>
                <a:spcPct val="107000"/>
              </a:lnSpc>
              <a:spcAft>
                <a:spcPts val="800"/>
              </a:spcAft>
            </a:pPr>
            <a:endParaRPr lang="en-US" altLang="zh-CN" sz="1100" dirty="0">
              <a:solidFill>
                <a:schemeClr val="accent2"/>
              </a:solidFill>
            </a:endParaRPr>
          </a:p>
          <a:p>
            <a:pPr lvl="0">
              <a:lnSpc>
                <a:spcPct val="107000"/>
              </a:lnSpc>
              <a:spcAft>
                <a:spcPts val="800"/>
              </a:spcAft>
            </a:pPr>
            <a:endParaRPr lang="en-US" altLang="zh-CN" sz="1100" dirty="0">
              <a:solidFill>
                <a:schemeClr val="accent2"/>
              </a:solidFill>
            </a:endParaRPr>
          </a:p>
          <a:p>
            <a:pPr marL="171450" lvl="0" indent="-171450">
              <a:lnSpc>
                <a:spcPct val="107000"/>
              </a:lnSpc>
              <a:spcAft>
                <a:spcPts val="800"/>
              </a:spcAft>
              <a:buFont typeface="Wingdings" panose="05000000000000000000" pitchFamily="2" charset="2"/>
              <a:buChar char="Ø"/>
            </a:pPr>
            <a:r>
              <a:rPr lang="zh-CN" altLang="zh-CN" sz="1100" dirty="0">
                <a:solidFill>
                  <a:schemeClr val="accent2"/>
                </a:solidFill>
              </a:rPr>
              <a:t>检查编译结果</a:t>
            </a:r>
            <a:endParaRPr lang="en-US" altLang="zh-CN" sz="1100" dirty="0">
              <a:solidFill>
                <a:schemeClr val="accent2"/>
              </a:solidFill>
            </a:endParaRPr>
          </a:p>
          <a:p>
            <a:pPr marL="171450" lvl="0" indent="-171450">
              <a:lnSpc>
                <a:spcPct val="107000"/>
              </a:lnSpc>
              <a:spcAft>
                <a:spcPts val="800"/>
              </a:spcAft>
              <a:buFont typeface="Wingdings" panose="05000000000000000000" pitchFamily="2" charset="2"/>
              <a:buChar char="Ø"/>
            </a:pPr>
            <a:endParaRPr lang="en-US" altLang="zh-CN" sz="1100" dirty="0">
              <a:solidFill>
                <a:schemeClr val="accent2"/>
              </a:solidFill>
            </a:endParaRPr>
          </a:p>
        </p:txBody>
      </p:sp>
      <p:pic>
        <p:nvPicPr>
          <p:cNvPr id="6" name="Picture 5">
            <a:extLst>
              <a:ext uri="{FF2B5EF4-FFF2-40B4-BE49-F238E27FC236}">
                <a16:creationId xmlns:a16="http://schemas.microsoft.com/office/drawing/2014/main" id="{4708A340-5720-1D75-6915-52DDABDC477C}"/>
              </a:ext>
            </a:extLst>
          </p:cNvPr>
          <p:cNvPicPr>
            <a:picLocks noChangeAspect="1"/>
          </p:cNvPicPr>
          <p:nvPr/>
        </p:nvPicPr>
        <p:blipFill>
          <a:blip r:embed="rId2"/>
          <a:stretch>
            <a:fillRect/>
          </a:stretch>
        </p:blipFill>
        <p:spPr>
          <a:xfrm>
            <a:off x="692331" y="2528998"/>
            <a:ext cx="7041292" cy="567704"/>
          </a:xfrm>
          <a:prstGeom prst="rect">
            <a:avLst/>
          </a:prstGeom>
        </p:spPr>
      </p:pic>
      <p:pic>
        <p:nvPicPr>
          <p:cNvPr id="11" name="Picture 10">
            <a:extLst>
              <a:ext uri="{FF2B5EF4-FFF2-40B4-BE49-F238E27FC236}">
                <a16:creationId xmlns:a16="http://schemas.microsoft.com/office/drawing/2014/main" id="{EA48E1AB-9288-D0E3-17F8-19FDF3EEB879}"/>
              </a:ext>
            </a:extLst>
          </p:cNvPr>
          <p:cNvPicPr>
            <a:picLocks noChangeAspect="1"/>
          </p:cNvPicPr>
          <p:nvPr/>
        </p:nvPicPr>
        <p:blipFill>
          <a:blip r:embed="rId3"/>
          <a:stretch>
            <a:fillRect/>
          </a:stretch>
        </p:blipFill>
        <p:spPr>
          <a:xfrm>
            <a:off x="692331" y="3189933"/>
            <a:ext cx="4526279" cy="621087"/>
          </a:xfrm>
          <a:prstGeom prst="rect">
            <a:avLst/>
          </a:prstGeom>
        </p:spPr>
      </p:pic>
      <p:pic>
        <p:nvPicPr>
          <p:cNvPr id="13" name="Picture 12">
            <a:extLst>
              <a:ext uri="{FF2B5EF4-FFF2-40B4-BE49-F238E27FC236}">
                <a16:creationId xmlns:a16="http://schemas.microsoft.com/office/drawing/2014/main" id="{78C71E82-00E2-93A4-424F-B70B030CBC50}"/>
              </a:ext>
            </a:extLst>
          </p:cNvPr>
          <p:cNvPicPr>
            <a:picLocks noChangeAspect="1"/>
          </p:cNvPicPr>
          <p:nvPr/>
        </p:nvPicPr>
        <p:blipFill>
          <a:blip r:embed="rId4"/>
          <a:stretch>
            <a:fillRect/>
          </a:stretch>
        </p:blipFill>
        <p:spPr>
          <a:xfrm>
            <a:off x="692331" y="4188103"/>
            <a:ext cx="7088778" cy="298475"/>
          </a:xfrm>
          <a:prstGeom prst="rect">
            <a:avLst/>
          </a:prstGeom>
        </p:spPr>
      </p:pic>
      <p:pic>
        <p:nvPicPr>
          <p:cNvPr id="4" name="Picture 3">
            <a:extLst>
              <a:ext uri="{FF2B5EF4-FFF2-40B4-BE49-F238E27FC236}">
                <a16:creationId xmlns:a16="http://schemas.microsoft.com/office/drawing/2014/main" id="{358948B0-3887-EFAF-A7B3-C20A64577FFC}"/>
              </a:ext>
            </a:extLst>
          </p:cNvPr>
          <p:cNvPicPr>
            <a:picLocks noChangeAspect="1"/>
          </p:cNvPicPr>
          <p:nvPr/>
        </p:nvPicPr>
        <p:blipFill>
          <a:blip r:embed="rId5"/>
          <a:stretch>
            <a:fillRect/>
          </a:stretch>
        </p:blipFill>
        <p:spPr>
          <a:xfrm>
            <a:off x="751477" y="1456847"/>
            <a:ext cx="7641045" cy="651669"/>
          </a:xfrm>
          <a:prstGeom prst="rect">
            <a:avLst/>
          </a:prstGeom>
        </p:spPr>
      </p:pic>
    </p:spTree>
    <p:extLst>
      <p:ext uri="{BB962C8B-B14F-4D97-AF65-F5344CB8AC3E}">
        <p14:creationId xmlns:p14="http://schemas.microsoft.com/office/powerpoint/2010/main" val="13281359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a:t>
            </a:r>
            <a:r>
              <a:rPr lang="zh-CN" altLang="en-US" dirty="0"/>
              <a:t>实践 之交叉编译</a:t>
            </a:r>
            <a:r>
              <a:rPr lang="en-US" altLang="zh-CN" dirty="0" err="1"/>
              <a:t>bpftool</a:t>
            </a:r>
            <a:r>
              <a:rPr lang="en-US" altLang="zh-CN" dirty="0"/>
              <a:t>: </a:t>
            </a:r>
            <a:r>
              <a:rPr lang="en-US" altLang="zh-CN" dirty="0" err="1"/>
              <a:t>libcap</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TextBox 6">
            <a:extLst>
              <a:ext uri="{FF2B5EF4-FFF2-40B4-BE49-F238E27FC236}">
                <a16:creationId xmlns:a16="http://schemas.microsoft.com/office/drawing/2014/main" id="{F9B24BB0-7866-8EBF-69B0-4D8BE8914748}"/>
              </a:ext>
            </a:extLst>
          </p:cNvPr>
          <p:cNvSpPr txBox="1"/>
          <p:nvPr/>
        </p:nvSpPr>
        <p:spPr>
          <a:xfrm>
            <a:off x="581298" y="736600"/>
            <a:ext cx="8288383" cy="3219471"/>
          </a:xfrm>
          <a:prstGeom prst="rect">
            <a:avLst/>
          </a:prstGeom>
          <a:noFill/>
          <a:ln>
            <a:noFill/>
          </a:ln>
        </p:spPr>
        <p:txBody>
          <a:bodyPr wrap="square">
            <a:spAutoFit/>
          </a:bodyPr>
          <a:lstStyle/>
          <a:p>
            <a:pPr>
              <a:lnSpc>
                <a:spcPct val="107000"/>
              </a:lnSpc>
              <a:spcAft>
                <a:spcPts val="800"/>
              </a:spcAft>
            </a:pPr>
            <a:r>
              <a:rPr lang="zh-CN" altLang="zh-CN" sz="1100" dirty="0">
                <a:solidFill>
                  <a:schemeClr val="accent2"/>
                </a:solidFill>
              </a:rPr>
              <a:t>交叉编译依赖库</a:t>
            </a:r>
            <a:r>
              <a:rPr lang="en-US" altLang="zh-CN" sz="1100" dirty="0" err="1">
                <a:solidFill>
                  <a:schemeClr val="accent2"/>
                </a:solidFill>
              </a:rPr>
              <a:t>libcap</a:t>
            </a:r>
            <a:endParaRPr lang="en-US" altLang="zh-CN" sz="1100" dirty="0">
              <a:solidFill>
                <a:schemeClr val="accent2"/>
              </a:solidFill>
            </a:endParaRPr>
          </a:p>
          <a:p>
            <a:pPr marL="342900" lvl="0" indent="-342900">
              <a:lnSpc>
                <a:spcPct val="107000"/>
              </a:lnSpc>
              <a:spcAft>
                <a:spcPts val="800"/>
              </a:spcAft>
              <a:buFont typeface="Wingdings" panose="05000000000000000000" pitchFamily="2" charset="2"/>
              <a:buChar char="Ø"/>
            </a:pPr>
            <a:r>
              <a:rPr lang="zh-CN" altLang="zh-CN" sz="1100" dirty="0">
                <a:solidFill>
                  <a:schemeClr val="accent2"/>
                </a:solidFill>
              </a:rPr>
              <a:t>下载源码</a:t>
            </a:r>
          </a:p>
          <a:p>
            <a:pPr>
              <a:lnSpc>
                <a:spcPct val="107000"/>
              </a:lnSpc>
              <a:spcAft>
                <a:spcPts val="800"/>
              </a:spcAft>
            </a:pPr>
            <a:r>
              <a:rPr lang="en-US" altLang="zh-CN" sz="1100" dirty="0">
                <a:solidFill>
                  <a:schemeClr val="accent2"/>
                </a:solidFill>
              </a:rPr>
              <a:t>	</a:t>
            </a:r>
            <a:r>
              <a:rPr lang="en-US" altLang="zh-CN" sz="1100" dirty="0">
                <a:solidFill>
                  <a:schemeClr val="accent2"/>
                </a:solidFill>
                <a:hlinkClick r:id="rId2">
                  <a:extLst>
                    <a:ext uri="{A12FA001-AC4F-418D-AE19-62706E023703}">
                      <ahyp:hlinkClr xmlns:ahyp="http://schemas.microsoft.com/office/drawing/2018/hyperlinkcolor" val="tx"/>
                    </a:ext>
                  </a:extLst>
                </a:hlinkClick>
              </a:rPr>
              <a:t>https://www.kernel.org/pub/linux/libs/security/linux-privs/libcap2</a:t>
            </a:r>
            <a:endParaRPr lang="zh-CN" altLang="zh-CN" sz="1100" dirty="0">
              <a:solidFill>
                <a:schemeClr val="accent2"/>
              </a:solidFill>
            </a:endParaRPr>
          </a:p>
          <a:p>
            <a:pPr marL="342900" lvl="0" indent="-342900">
              <a:lnSpc>
                <a:spcPct val="107000"/>
              </a:lnSpc>
              <a:spcAft>
                <a:spcPts val="800"/>
              </a:spcAft>
              <a:buFont typeface="Wingdings" panose="05000000000000000000" pitchFamily="2" charset="2"/>
              <a:buChar char="Ø"/>
            </a:pPr>
            <a:r>
              <a:rPr lang="zh-CN" altLang="zh-CN" sz="1100" dirty="0">
                <a:solidFill>
                  <a:schemeClr val="accent2"/>
                </a:solidFill>
              </a:rPr>
              <a:t>交叉编译</a:t>
            </a:r>
            <a:endParaRPr lang="en-US" altLang="zh-CN" sz="1100" dirty="0">
              <a:solidFill>
                <a:schemeClr val="accent2"/>
              </a:solidFill>
            </a:endParaRPr>
          </a:p>
          <a:p>
            <a:pPr lvl="0">
              <a:lnSpc>
                <a:spcPct val="107000"/>
              </a:lnSpc>
              <a:spcAft>
                <a:spcPts val="800"/>
              </a:spcAft>
            </a:pPr>
            <a:endParaRPr lang="en-US" altLang="zh-CN" sz="1100" dirty="0">
              <a:solidFill>
                <a:schemeClr val="accent2"/>
              </a:solidFill>
            </a:endParaRPr>
          </a:p>
          <a:p>
            <a:pPr lvl="0">
              <a:lnSpc>
                <a:spcPct val="107000"/>
              </a:lnSpc>
              <a:spcAft>
                <a:spcPts val="800"/>
              </a:spcAft>
            </a:pPr>
            <a:endParaRPr lang="en-US" altLang="zh-CN" sz="1100" dirty="0">
              <a:solidFill>
                <a:schemeClr val="accent2"/>
              </a:solidFill>
            </a:endParaRPr>
          </a:p>
          <a:p>
            <a:pPr lvl="0">
              <a:lnSpc>
                <a:spcPct val="107000"/>
              </a:lnSpc>
              <a:spcAft>
                <a:spcPts val="800"/>
              </a:spcAft>
            </a:pPr>
            <a:endParaRPr lang="en-US" altLang="zh-CN" sz="1100" dirty="0">
              <a:solidFill>
                <a:schemeClr val="accent2"/>
              </a:solidFill>
            </a:endParaRPr>
          </a:p>
          <a:p>
            <a:pPr lvl="0">
              <a:lnSpc>
                <a:spcPct val="107000"/>
              </a:lnSpc>
              <a:spcAft>
                <a:spcPts val="800"/>
              </a:spcAft>
            </a:pPr>
            <a:endParaRPr lang="en-US" altLang="zh-CN" sz="1100" dirty="0">
              <a:solidFill>
                <a:schemeClr val="accent2"/>
              </a:solidFill>
            </a:endParaRPr>
          </a:p>
          <a:p>
            <a:pPr lvl="0">
              <a:lnSpc>
                <a:spcPct val="107000"/>
              </a:lnSpc>
              <a:spcAft>
                <a:spcPts val="800"/>
              </a:spcAft>
            </a:pPr>
            <a:endParaRPr lang="en-US" altLang="zh-CN" sz="1100" dirty="0">
              <a:solidFill>
                <a:schemeClr val="accent2"/>
              </a:solidFill>
            </a:endParaRPr>
          </a:p>
          <a:p>
            <a:pPr marL="171450" lvl="0" indent="-171450">
              <a:lnSpc>
                <a:spcPct val="107000"/>
              </a:lnSpc>
              <a:spcAft>
                <a:spcPts val="800"/>
              </a:spcAft>
              <a:buFont typeface="Wingdings" panose="05000000000000000000" pitchFamily="2" charset="2"/>
              <a:buChar char="Ø"/>
            </a:pPr>
            <a:r>
              <a:rPr lang="zh-CN" altLang="zh-CN" sz="1100" dirty="0">
                <a:solidFill>
                  <a:schemeClr val="accent2"/>
                </a:solidFill>
              </a:rPr>
              <a:t>检查编译结果</a:t>
            </a:r>
            <a:endParaRPr lang="en-US" altLang="zh-CN" sz="1100" dirty="0">
              <a:solidFill>
                <a:schemeClr val="accent2"/>
              </a:solidFill>
            </a:endParaRPr>
          </a:p>
          <a:p>
            <a:pPr marL="171450" lvl="0" indent="-171450">
              <a:lnSpc>
                <a:spcPct val="107000"/>
              </a:lnSpc>
              <a:spcAft>
                <a:spcPts val="800"/>
              </a:spcAft>
              <a:buFont typeface="Wingdings" panose="05000000000000000000" pitchFamily="2" charset="2"/>
              <a:buChar char="Ø"/>
            </a:pPr>
            <a:endParaRPr lang="en-US" altLang="zh-CN" sz="1100" dirty="0">
              <a:solidFill>
                <a:schemeClr val="accent2"/>
              </a:solidFill>
            </a:endParaRPr>
          </a:p>
        </p:txBody>
      </p:sp>
      <p:pic>
        <p:nvPicPr>
          <p:cNvPr id="10" name="Picture 9">
            <a:extLst>
              <a:ext uri="{FF2B5EF4-FFF2-40B4-BE49-F238E27FC236}">
                <a16:creationId xmlns:a16="http://schemas.microsoft.com/office/drawing/2014/main" id="{226E0376-F62C-5B7C-E877-6BE6D4AC94C2}"/>
              </a:ext>
            </a:extLst>
          </p:cNvPr>
          <p:cNvPicPr>
            <a:picLocks noChangeAspect="1"/>
          </p:cNvPicPr>
          <p:nvPr/>
        </p:nvPicPr>
        <p:blipFill>
          <a:blip r:embed="rId3"/>
          <a:stretch>
            <a:fillRect/>
          </a:stretch>
        </p:blipFill>
        <p:spPr>
          <a:xfrm>
            <a:off x="581298" y="3745441"/>
            <a:ext cx="8288383" cy="211890"/>
          </a:xfrm>
          <a:prstGeom prst="rect">
            <a:avLst/>
          </a:prstGeom>
        </p:spPr>
      </p:pic>
      <p:pic>
        <p:nvPicPr>
          <p:cNvPr id="3" name="Picture 2" descr="A black screen with white text&#10;&#10;Description automatically generated">
            <a:extLst>
              <a:ext uri="{FF2B5EF4-FFF2-40B4-BE49-F238E27FC236}">
                <a16:creationId xmlns:a16="http://schemas.microsoft.com/office/drawing/2014/main" id="{46F6EBA6-C200-9049-6546-A82F53F7A991}"/>
              </a:ext>
            </a:extLst>
          </p:cNvPr>
          <p:cNvPicPr>
            <a:picLocks noChangeAspect="1"/>
          </p:cNvPicPr>
          <p:nvPr/>
        </p:nvPicPr>
        <p:blipFill>
          <a:blip r:embed="rId4"/>
          <a:stretch>
            <a:fillRect/>
          </a:stretch>
        </p:blipFill>
        <p:spPr>
          <a:xfrm>
            <a:off x="834474" y="1933548"/>
            <a:ext cx="6946635" cy="1013051"/>
          </a:xfrm>
          <a:prstGeom prst="rect">
            <a:avLst/>
          </a:prstGeom>
        </p:spPr>
      </p:pic>
    </p:spTree>
    <p:extLst>
      <p:ext uri="{BB962C8B-B14F-4D97-AF65-F5344CB8AC3E}">
        <p14:creationId xmlns:p14="http://schemas.microsoft.com/office/powerpoint/2010/main" val="17913596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a:t>
            </a:r>
            <a:r>
              <a:rPr lang="zh-CN" altLang="en-US" dirty="0"/>
              <a:t>实践 之交叉编译</a:t>
            </a:r>
            <a:r>
              <a:rPr lang="en-US" altLang="zh-CN" dirty="0" err="1"/>
              <a:t>bpftool</a:t>
            </a:r>
            <a:r>
              <a:rPr lang="en-US" altLang="zh-CN" dirty="0"/>
              <a:t>: </a:t>
            </a:r>
            <a:r>
              <a:rPr lang="en-US" altLang="zh-CN" dirty="0" err="1"/>
              <a:t>libbfd</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TextBox 6">
            <a:extLst>
              <a:ext uri="{FF2B5EF4-FFF2-40B4-BE49-F238E27FC236}">
                <a16:creationId xmlns:a16="http://schemas.microsoft.com/office/drawing/2014/main" id="{F9B24BB0-7866-8EBF-69B0-4D8BE8914748}"/>
              </a:ext>
            </a:extLst>
          </p:cNvPr>
          <p:cNvSpPr txBox="1"/>
          <p:nvPr/>
        </p:nvSpPr>
        <p:spPr>
          <a:xfrm>
            <a:off x="581298" y="736600"/>
            <a:ext cx="8288383" cy="3219471"/>
          </a:xfrm>
          <a:prstGeom prst="rect">
            <a:avLst/>
          </a:prstGeom>
          <a:noFill/>
          <a:ln>
            <a:noFill/>
          </a:ln>
        </p:spPr>
        <p:txBody>
          <a:bodyPr wrap="square">
            <a:spAutoFit/>
          </a:bodyPr>
          <a:lstStyle/>
          <a:p>
            <a:pPr>
              <a:lnSpc>
                <a:spcPct val="107000"/>
              </a:lnSpc>
              <a:spcAft>
                <a:spcPts val="800"/>
              </a:spcAft>
            </a:pPr>
            <a:r>
              <a:rPr lang="zh-CN" altLang="zh-CN" sz="1100" dirty="0">
                <a:solidFill>
                  <a:schemeClr val="accent2"/>
                </a:solidFill>
              </a:rPr>
              <a:t>交叉编译依赖库</a:t>
            </a:r>
            <a:r>
              <a:rPr lang="en-US" altLang="zh-CN" sz="1100" dirty="0" err="1">
                <a:solidFill>
                  <a:schemeClr val="accent2"/>
                </a:solidFill>
              </a:rPr>
              <a:t>libcap</a:t>
            </a:r>
            <a:endParaRPr lang="en-US" altLang="zh-CN" sz="1100" dirty="0">
              <a:solidFill>
                <a:schemeClr val="accent2"/>
              </a:solidFill>
            </a:endParaRPr>
          </a:p>
          <a:p>
            <a:pPr marL="342900" lvl="0" indent="-342900">
              <a:lnSpc>
                <a:spcPct val="107000"/>
              </a:lnSpc>
              <a:spcAft>
                <a:spcPts val="800"/>
              </a:spcAft>
              <a:buFont typeface="Wingdings" panose="05000000000000000000" pitchFamily="2" charset="2"/>
              <a:buChar char="Ø"/>
            </a:pPr>
            <a:r>
              <a:rPr lang="zh-CN" altLang="zh-CN" sz="1100" dirty="0">
                <a:solidFill>
                  <a:schemeClr val="accent2"/>
                </a:solidFill>
              </a:rPr>
              <a:t>下载源码</a:t>
            </a:r>
          </a:p>
          <a:p>
            <a:pPr>
              <a:lnSpc>
                <a:spcPct val="107000"/>
              </a:lnSpc>
              <a:spcAft>
                <a:spcPts val="800"/>
              </a:spcAft>
            </a:pPr>
            <a:r>
              <a:rPr lang="en-US" altLang="zh-CN" sz="1100" dirty="0">
                <a:solidFill>
                  <a:schemeClr val="accent2"/>
                </a:solidFill>
              </a:rPr>
              <a:t>	</a:t>
            </a:r>
            <a:r>
              <a:rPr lang="da-DK" altLang="zh-CN" sz="1100" dirty="0" err="1">
                <a:solidFill>
                  <a:schemeClr val="accent2"/>
                </a:solidFill>
              </a:rPr>
              <a:t>wget</a:t>
            </a:r>
            <a:r>
              <a:rPr lang="da-DK" altLang="zh-CN" sz="1100" dirty="0">
                <a:solidFill>
                  <a:schemeClr val="accent2"/>
                </a:solidFill>
              </a:rPr>
              <a:t> http://ftp.gnu.org/gnu/binutils/binutils-2.38.tar.gz</a:t>
            </a:r>
          </a:p>
          <a:p>
            <a:pPr marL="342900" lvl="0" indent="-342900">
              <a:lnSpc>
                <a:spcPct val="107000"/>
              </a:lnSpc>
              <a:spcAft>
                <a:spcPts val="800"/>
              </a:spcAft>
              <a:buFont typeface="Wingdings" panose="05000000000000000000" pitchFamily="2" charset="2"/>
              <a:buChar char="Ø"/>
            </a:pPr>
            <a:r>
              <a:rPr lang="zh-CN" altLang="zh-CN" sz="1100" dirty="0">
                <a:solidFill>
                  <a:schemeClr val="accent2"/>
                </a:solidFill>
              </a:rPr>
              <a:t>交叉编译</a:t>
            </a:r>
            <a:endParaRPr lang="en-US" altLang="zh-CN" sz="1100" dirty="0">
              <a:solidFill>
                <a:schemeClr val="accent2"/>
              </a:solidFill>
            </a:endParaRPr>
          </a:p>
          <a:p>
            <a:pPr lvl="0">
              <a:lnSpc>
                <a:spcPct val="107000"/>
              </a:lnSpc>
              <a:spcAft>
                <a:spcPts val="800"/>
              </a:spcAft>
            </a:pPr>
            <a:endParaRPr lang="en-US" altLang="zh-CN" sz="1100" dirty="0">
              <a:solidFill>
                <a:schemeClr val="accent2"/>
              </a:solidFill>
            </a:endParaRPr>
          </a:p>
          <a:p>
            <a:pPr lvl="0">
              <a:lnSpc>
                <a:spcPct val="107000"/>
              </a:lnSpc>
              <a:spcAft>
                <a:spcPts val="800"/>
              </a:spcAft>
            </a:pPr>
            <a:endParaRPr lang="en-US" altLang="zh-CN" sz="1100" dirty="0">
              <a:solidFill>
                <a:schemeClr val="accent2"/>
              </a:solidFill>
            </a:endParaRPr>
          </a:p>
          <a:p>
            <a:pPr lvl="0">
              <a:lnSpc>
                <a:spcPct val="107000"/>
              </a:lnSpc>
              <a:spcAft>
                <a:spcPts val="800"/>
              </a:spcAft>
            </a:pPr>
            <a:endParaRPr lang="en-US" altLang="zh-CN" sz="1100" dirty="0">
              <a:solidFill>
                <a:schemeClr val="accent2"/>
              </a:solidFill>
            </a:endParaRPr>
          </a:p>
          <a:p>
            <a:pPr lvl="0">
              <a:lnSpc>
                <a:spcPct val="107000"/>
              </a:lnSpc>
              <a:spcAft>
                <a:spcPts val="800"/>
              </a:spcAft>
            </a:pPr>
            <a:endParaRPr lang="en-US" altLang="zh-CN" sz="1100" dirty="0">
              <a:solidFill>
                <a:schemeClr val="accent2"/>
              </a:solidFill>
            </a:endParaRPr>
          </a:p>
          <a:p>
            <a:pPr lvl="0">
              <a:lnSpc>
                <a:spcPct val="107000"/>
              </a:lnSpc>
              <a:spcAft>
                <a:spcPts val="800"/>
              </a:spcAft>
            </a:pPr>
            <a:endParaRPr lang="en-US" altLang="zh-CN" sz="1100" dirty="0">
              <a:solidFill>
                <a:schemeClr val="accent2"/>
              </a:solidFill>
            </a:endParaRPr>
          </a:p>
          <a:p>
            <a:pPr marL="171450" lvl="0" indent="-171450">
              <a:lnSpc>
                <a:spcPct val="107000"/>
              </a:lnSpc>
              <a:spcAft>
                <a:spcPts val="800"/>
              </a:spcAft>
              <a:buFont typeface="Wingdings" panose="05000000000000000000" pitchFamily="2" charset="2"/>
              <a:buChar char="Ø"/>
            </a:pPr>
            <a:r>
              <a:rPr lang="zh-CN" altLang="zh-CN" sz="1100" dirty="0">
                <a:solidFill>
                  <a:schemeClr val="accent2"/>
                </a:solidFill>
              </a:rPr>
              <a:t>检查编译结果</a:t>
            </a:r>
            <a:endParaRPr lang="en-US" altLang="zh-CN" sz="1100" dirty="0">
              <a:solidFill>
                <a:schemeClr val="accent2"/>
              </a:solidFill>
            </a:endParaRPr>
          </a:p>
          <a:p>
            <a:pPr marL="171450" lvl="0" indent="-171450">
              <a:lnSpc>
                <a:spcPct val="107000"/>
              </a:lnSpc>
              <a:spcAft>
                <a:spcPts val="800"/>
              </a:spcAft>
              <a:buFont typeface="Wingdings" panose="05000000000000000000" pitchFamily="2" charset="2"/>
              <a:buChar char="Ø"/>
            </a:pPr>
            <a:endParaRPr lang="en-US" altLang="zh-CN" sz="1100" dirty="0">
              <a:solidFill>
                <a:schemeClr val="accent2"/>
              </a:solidFill>
            </a:endParaRPr>
          </a:p>
        </p:txBody>
      </p:sp>
      <p:pic>
        <p:nvPicPr>
          <p:cNvPr id="6" name="Picture 5">
            <a:extLst>
              <a:ext uri="{FF2B5EF4-FFF2-40B4-BE49-F238E27FC236}">
                <a16:creationId xmlns:a16="http://schemas.microsoft.com/office/drawing/2014/main" id="{3DB2BBEA-FE8D-69A0-11ED-9E289FE568B9}"/>
              </a:ext>
            </a:extLst>
          </p:cNvPr>
          <p:cNvPicPr>
            <a:picLocks noChangeAspect="1"/>
          </p:cNvPicPr>
          <p:nvPr/>
        </p:nvPicPr>
        <p:blipFill>
          <a:blip r:embed="rId2"/>
          <a:stretch>
            <a:fillRect/>
          </a:stretch>
        </p:blipFill>
        <p:spPr>
          <a:xfrm>
            <a:off x="653144" y="2005238"/>
            <a:ext cx="8490856" cy="986338"/>
          </a:xfrm>
          <a:prstGeom prst="rect">
            <a:avLst/>
          </a:prstGeom>
        </p:spPr>
      </p:pic>
      <p:pic>
        <p:nvPicPr>
          <p:cNvPr id="11" name="Picture 10">
            <a:extLst>
              <a:ext uri="{FF2B5EF4-FFF2-40B4-BE49-F238E27FC236}">
                <a16:creationId xmlns:a16="http://schemas.microsoft.com/office/drawing/2014/main" id="{0DC19983-326B-2F21-65DF-D5A1E8FB59C7}"/>
              </a:ext>
            </a:extLst>
          </p:cNvPr>
          <p:cNvPicPr>
            <a:picLocks noChangeAspect="1"/>
          </p:cNvPicPr>
          <p:nvPr/>
        </p:nvPicPr>
        <p:blipFill>
          <a:blip r:embed="rId3"/>
          <a:stretch>
            <a:fillRect/>
          </a:stretch>
        </p:blipFill>
        <p:spPr>
          <a:xfrm>
            <a:off x="653144" y="3710124"/>
            <a:ext cx="8288383" cy="731156"/>
          </a:xfrm>
          <a:prstGeom prst="rect">
            <a:avLst/>
          </a:prstGeom>
        </p:spPr>
      </p:pic>
    </p:spTree>
    <p:extLst>
      <p:ext uri="{BB962C8B-B14F-4D97-AF65-F5344CB8AC3E}">
        <p14:creationId xmlns:p14="http://schemas.microsoft.com/office/powerpoint/2010/main" val="5094248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a:t>
            </a:r>
            <a:r>
              <a:rPr lang="zh-CN" altLang="en-US" dirty="0"/>
              <a:t>实践 之交叉编译</a:t>
            </a:r>
            <a:r>
              <a:rPr lang="en-US" altLang="zh-CN" dirty="0" err="1"/>
              <a:t>bpftool</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TextBox 6">
            <a:extLst>
              <a:ext uri="{FF2B5EF4-FFF2-40B4-BE49-F238E27FC236}">
                <a16:creationId xmlns:a16="http://schemas.microsoft.com/office/drawing/2014/main" id="{F9B24BB0-7866-8EBF-69B0-4D8BE8914748}"/>
              </a:ext>
            </a:extLst>
          </p:cNvPr>
          <p:cNvSpPr txBox="1"/>
          <p:nvPr/>
        </p:nvSpPr>
        <p:spPr>
          <a:xfrm>
            <a:off x="581298" y="736600"/>
            <a:ext cx="8288383" cy="3671711"/>
          </a:xfrm>
          <a:prstGeom prst="rect">
            <a:avLst/>
          </a:prstGeom>
          <a:noFill/>
          <a:ln>
            <a:noFill/>
          </a:ln>
        </p:spPr>
        <p:txBody>
          <a:bodyPr wrap="square">
            <a:spAutoFit/>
          </a:bodyPr>
          <a:lstStyle/>
          <a:p>
            <a:pPr>
              <a:lnSpc>
                <a:spcPct val="107000"/>
              </a:lnSpc>
              <a:spcAft>
                <a:spcPts val="800"/>
              </a:spcAft>
            </a:pPr>
            <a:r>
              <a:rPr lang="zh-CN" altLang="zh-CN" sz="1100" dirty="0">
                <a:solidFill>
                  <a:schemeClr val="accent2"/>
                </a:solidFill>
              </a:rPr>
              <a:t>交叉编译依赖库</a:t>
            </a:r>
            <a:r>
              <a:rPr lang="en-US" altLang="zh-CN" sz="1100" dirty="0" err="1">
                <a:solidFill>
                  <a:schemeClr val="accent2"/>
                </a:solidFill>
              </a:rPr>
              <a:t>libcap</a:t>
            </a:r>
            <a:endParaRPr lang="en-US" altLang="zh-CN" sz="1100" dirty="0">
              <a:solidFill>
                <a:schemeClr val="accent2"/>
              </a:solidFill>
            </a:endParaRPr>
          </a:p>
          <a:p>
            <a:pPr marL="342900" lvl="0" indent="-342900">
              <a:lnSpc>
                <a:spcPct val="107000"/>
              </a:lnSpc>
              <a:spcAft>
                <a:spcPts val="800"/>
              </a:spcAft>
              <a:buFont typeface="Wingdings" panose="05000000000000000000" pitchFamily="2" charset="2"/>
              <a:buChar char="Ø"/>
            </a:pPr>
            <a:r>
              <a:rPr lang="zh-CN" altLang="zh-CN" sz="1100" dirty="0">
                <a:solidFill>
                  <a:schemeClr val="accent2"/>
                </a:solidFill>
              </a:rPr>
              <a:t>下载源码</a:t>
            </a:r>
            <a:endParaRPr lang="da-DK" altLang="zh-CN" sz="1100" dirty="0">
              <a:solidFill>
                <a:schemeClr val="accent2"/>
              </a:solidFill>
            </a:endParaRPr>
          </a:p>
          <a:p>
            <a:pPr>
              <a:lnSpc>
                <a:spcPct val="107000"/>
              </a:lnSpc>
              <a:spcAft>
                <a:spcPts val="800"/>
              </a:spcAft>
            </a:pPr>
            <a:endParaRPr lang="da-DK" altLang="zh-CN" sz="1100" dirty="0">
              <a:solidFill>
                <a:schemeClr val="accent2"/>
              </a:solidFill>
            </a:endParaRPr>
          </a:p>
          <a:p>
            <a:pPr>
              <a:lnSpc>
                <a:spcPct val="107000"/>
              </a:lnSpc>
              <a:spcAft>
                <a:spcPts val="800"/>
              </a:spcAft>
            </a:pPr>
            <a:endParaRPr lang="da-DK" altLang="zh-CN" sz="1100" dirty="0">
              <a:solidFill>
                <a:schemeClr val="accent2"/>
              </a:solidFill>
            </a:endParaRPr>
          </a:p>
          <a:p>
            <a:pPr>
              <a:lnSpc>
                <a:spcPct val="107000"/>
              </a:lnSpc>
              <a:spcAft>
                <a:spcPts val="800"/>
              </a:spcAft>
            </a:pPr>
            <a:endParaRPr lang="da-DK" altLang="zh-CN" sz="1100" dirty="0">
              <a:solidFill>
                <a:schemeClr val="accent2"/>
              </a:solidFill>
            </a:endParaRPr>
          </a:p>
          <a:p>
            <a:pPr marL="342900" lvl="0" indent="-342900">
              <a:lnSpc>
                <a:spcPct val="107000"/>
              </a:lnSpc>
              <a:spcAft>
                <a:spcPts val="800"/>
              </a:spcAft>
              <a:buFont typeface="Wingdings" panose="05000000000000000000" pitchFamily="2" charset="2"/>
              <a:buChar char="Ø"/>
            </a:pPr>
            <a:r>
              <a:rPr lang="zh-CN" altLang="zh-CN" sz="1100" dirty="0">
                <a:solidFill>
                  <a:schemeClr val="accent2"/>
                </a:solidFill>
              </a:rPr>
              <a:t>交叉编译</a:t>
            </a:r>
            <a:endParaRPr lang="en-US" altLang="zh-CN" sz="1100" dirty="0">
              <a:solidFill>
                <a:schemeClr val="accent2"/>
              </a:solidFill>
            </a:endParaRPr>
          </a:p>
          <a:p>
            <a:pPr lvl="0">
              <a:lnSpc>
                <a:spcPct val="107000"/>
              </a:lnSpc>
              <a:spcAft>
                <a:spcPts val="800"/>
              </a:spcAft>
            </a:pPr>
            <a:endParaRPr lang="en-US" altLang="zh-CN" sz="1100" dirty="0">
              <a:solidFill>
                <a:schemeClr val="accent2"/>
              </a:solidFill>
            </a:endParaRPr>
          </a:p>
          <a:p>
            <a:pPr lvl="0">
              <a:lnSpc>
                <a:spcPct val="107000"/>
              </a:lnSpc>
              <a:spcAft>
                <a:spcPts val="800"/>
              </a:spcAft>
            </a:pPr>
            <a:endParaRPr lang="en-US" altLang="zh-CN" sz="1100" dirty="0">
              <a:solidFill>
                <a:schemeClr val="accent2"/>
              </a:solidFill>
            </a:endParaRPr>
          </a:p>
          <a:p>
            <a:pPr lvl="0">
              <a:lnSpc>
                <a:spcPct val="107000"/>
              </a:lnSpc>
              <a:spcAft>
                <a:spcPts val="800"/>
              </a:spcAft>
            </a:pPr>
            <a:endParaRPr lang="en-US" altLang="zh-CN" sz="1100" dirty="0">
              <a:solidFill>
                <a:schemeClr val="accent2"/>
              </a:solidFill>
            </a:endParaRPr>
          </a:p>
          <a:p>
            <a:pPr lvl="0">
              <a:lnSpc>
                <a:spcPct val="107000"/>
              </a:lnSpc>
              <a:spcAft>
                <a:spcPts val="800"/>
              </a:spcAft>
            </a:pPr>
            <a:endParaRPr lang="en-US" altLang="zh-CN" sz="1100" dirty="0">
              <a:solidFill>
                <a:schemeClr val="accent2"/>
              </a:solidFill>
            </a:endParaRPr>
          </a:p>
          <a:p>
            <a:pPr lvl="0">
              <a:lnSpc>
                <a:spcPct val="107000"/>
              </a:lnSpc>
              <a:spcAft>
                <a:spcPts val="800"/>
              </a:spcAft>
            </a:pPr>
            <a:endParaRPr lang="en-US" altLang="zh-CN" sz="1100" dirty="0">
              <a:solidFill>
                <a:schemeClr val="accent2"/>
              </a:solidFill>
            </a:endParaRPr>
          </a:p>
          <a:p>
            <a:pPr marL="171450" lvl="0" indent="-171450">
              <a:lnSpc>
                <a:spcPct val="107000"/>
              </a:lnSpc>
              <a:spcAft>
                <a:spcPts val="800"/>
              </a:spcAft>
              <a:buFont typeface="Wingdings" panose="05000000000000000000" pitchFamily="2" charset="2"/>
              <a:buChar char="Ø"/>
            </a:pPr>
            <a:r>
              <a:rPr lang="zh-CN" altLang="zh-CN" sz="1100" dirty="0">
                <a:solidFill>
                  <a:schemeClr val="accent2"/>
                </a:solidFill>
              </a:rPr>
              <a:t>检查编译结果</a:t>
            </a:r>
            <a:endParaRPr lang="en-US" altLang="zh-CN" sz="1100" dirty="0">
              <a:solidFill>
                <a:schemeClr val="accent2"/>
              </a:solidFill>
            </a:endParaRPr>
          </a:p>
          <a:p>
            <a:pPr marL="171450" lvl="0" indent="-171450">
              <a:lnSpc>
                <a:spcPct val="107000"/>
              </a:lnSpc>
              <a:spcAft>
                <a:spcPts val="800"/>
              </a:spcAft>
              <a:buFont typeface="Wingdings" panose="05000000000000000000" pitchFamily="2" charset="2"/>
              <a:buChar char="Ø"/>
            </a:pPr>
            <a:endParaRPr lang="en-US" altLang="zh-CN" sz="1100" dirty="0">
              <a:solidFill>
                <a:schemeClr val="accent2"/>
              </a:solidFill>
            </a:endParaRPr>
          </a:p>
        </p:txBody>
      </p:sp>
      <p:pic>
        <p:nvPicPr>
          <p:cNvPr id="4" name="Picture 3">
            <a:extLst>
              <a:ext uri="{FF2B5EF4-FFF2-40B4-BE49-F238E27FC236}">
                <a16:creationId xmlns:a16="http://schemas.microsoft.com/office/drawing/2014/main" id="{FFC14BCC-9019-86FB-58D0-D33DA8375FA8}"/>
              </a:ext>
            </a:extLst>
          </p:cNvPr>
          <p:cNvPicPr>
            <a:picLocks noChangeAspect="1"/>
          </p:cNvPicPr>
          <p:nvPr/>
        </p:nvPicPr>
        <p:blipFill>
          <a:blip r:embed="rId2"/>
          <a:stretch>
            <a:fillRect/>
          </a:stretch>
        </p:blipFill>
        <p:spPr>
          <a:xfrm>
            <a:off x="862149" y="1348810"/>
            <a:ext cx="7811306" cy="675933"/>
          </a:xfrm>
          <a:prstGeom prst="rect">
            <a:avLst/>
          </a:prstGeom>
        </p:spPr>
      </p:pic>
      <p:pic>
        <p:nvPicPr>
          <p:cNvPr id="10" name="Picture 9">
            <a:extLst>
              <a:ext uri="{FF2B5EF4-FFF2-40B4-BE49-F238E27FC236}">
                <a16:creationId xmlns:a16="http://schemas.microsoft.com/office/drawing/2014/main" id="{53204720-4702-D34F-276B-C9279483FF36}"/>
              </a:ext>
            </a:extLst>
          </p:cNvPr>
          <p:cNvPicPr>
            <a:picLocks noChangeAspect="1"/>
          </p:cNvPicPr>
          <p:nvPr/>
        </p:nvPicPr>
        <p:blipFill>
          <a:blip r:embed="rId3"/>
          <a:stretch>
            <a:fillRect/>
          </a:stretch>
        </p:blipFill>
        <p:spPr>
          <a:xfrm>
            <a:off x="862149" y="2388594"/>
            <a:ext cx="7857819" cy="1262475"/>
          </a:xfrm>
          <a:prstGeom prst="rect">
            <a:avLst/>
          </a:prstGeom>
        </p:spPr>
      </p:pic>
      <p:pic>
        <p:nvPicPr>
          <p:cNvPr id="13" name="Picture 12">
            <a:extLst>
              <a:ext uri="{FF2B5EF4-FFF2-40B4-BE49-F238E27FC236}">
                <a16:creationId xmlns:a16="http://schemas.microsoft.com/office/drawing/2014/main" id="{D9336060-2435-23F2-03E9-5C9C9A831860}"/>
              </a:ext>
            </a:extLst>
          </p:cNvPr>
          <p:cNvPicPr>
            <a:picLocks noChangeAspect="1"/>
          </p:cNvPicPr>
          <p:nvPr/>
        </p:nvPicPr>
        <p:blipFill>
          <a:blip r:embed="rId4"/>
          <a:stretch>
            <a:fillRect/>
          </a:stretch>
        </p:blipFill>
        <p:spPr>
          <a:xfrm>
            <a:off x="862149" y="4159660"/>
            <a:ext cx="7857819" cy="494480"/>
          </a:xfrm>
          <a:prstGeom prst="rect">
            <a:avLst/>
          </a:prstGeom>
        </p:spPr>
      </p:pic>
    </p:spTree>
    <p:extLst>
      <p:ext uri="{BB962C8B-B14F-4D97-AF65-F5344CB8AC3E}">
        <p14:creationId xmlns:p14="http://schemas.microsoft.com/office/powerpoint/2010/main" val="17301264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a:t>
            </a:r>
            <a:r>
              <a:rPr lang="zh-CN" altLang="en-US" dirty="0"/>
              <a:t>实践 </a:t>
            </a:r>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TextBox 5">
            <a:extLst>
              <a:ext uri="{FF2B5EF4-FFF2-40B4-BE49-F238E27FC236}">
                <a16:creationId xmlns:a16="http://schemas.microsoft.com/office/drawing/2014/main" id="{79547823-84EA-EF42-74C8-3B9F5FCE770D}"/>
              </a:ext>
            </a:extLst>
          </p:cNvPr>
          <p:cNvSpPr txBox="1"/>
          <p:nvPr/>
        </p:nvSpPr>
        <p:spPr>
          <a:xfrm>
            <a:off x="494007" y="1005960"/>
            <a:ext cx="8086320" cy="340654"/>
          </a:xfrm>
          <a:prstGeom prst="rect">
            <a:avLst/>
          </a:prstGeom>
          <a:noFill/>
          <a:ln>
            <a:noFill/>
          </a:ln>
        </p:spPr>
        <p:txBody>
          <a:bodyPr wrap="square" lIns="0" tIns="0" rIns="0" bIns="0" rtlCol="0">
            <a:noAutofit/>
          </a:bodyPr>
          <a:lstStyle/>
          <a:p>
            <a:pPr marL="0" marR="0" indent="0" algn="l" defTabSz="180000" rtl="0" eaLnBrk="1" fontAlgn="auto" latinLnBrk="0" hangingPunct="1">
              <a:lnSpc>
                <a:spcPct val="100000"/>
              </a:lnSpc>
              <a:spcBef>
                <a:spcPts val="0"/>
              </a:spcBef>
              <a:spcAft>
                <a:spcPts val="300"/>
              </a:spcAft>
              <a:buClrTx/>
              <a:buSzTx/>
              <a:buFont typeface="+mj-lt"/>
              <a:buNone/>
              <a:tabLst>
                <a:tab pos="180000" algn="l"/>
              </a:tabLst>
            </a:pPr>
            <a:r>
              <a:rPr lang="zh-CN" altLang="en-US" sz="1200" dirty="0">
                <a:solidFill>
                  <a:schemeClr val="tx2"/>
                </a:solidFill>
                <a:latin typeface="Nokia Pure Text Light"/>
              </a:rPr>
              <a:t>简单的</a:t>
            </a:r>
            <a:r>
              <a:rPr lang="en-US" altLang="zh-CN" sz="1200" dirty="0" err="1">
                <a:solidFill>
                  <a:schemeClr val="tx2"/>
                </a:solidFill>
                <a:latin typeface="Nokia Pure Text Light"/>
              </a:rPr>
              <a:t>ebpf</a:t>
            </a:r>
            <a:r>
              <a:rPr lang="en-US" altLang="zh-CN" sz="1200" dirty="0">
                <a:solidFill>
                  <a:schemeClr val="tx2"/>
                </a:solidFill>
                <a:latin typeface="Nokia Pure Text Light"/>
              </a:rPr>
              <a:t> </a:t>
            </a:r>
            <a:r>
              <a:rPr lang="zh-CN" altLang="en-US" sz="1200" dirty="0">
                <a:solidFill>
                  <a:schemeClr val="tx2"/>
                </a:solidFill>
                <a:latin typeface="Nokia Pure Text Light"/>
              </a:rPr>
              <a:t>测试程序</a:t>
            </a:r>
            <a:endParaRPr kumimoji="0" lang="zh-CN" altLang="en-US" sz="1200" b="0" i="0" u="none" strike="noStrike" kern="1200" cap="none" spc="0" normalizeH="0" baseline="0" noProof="0" dirty="0">
              <a:ln>
                <a:noFill/>
              </a:ln>
              <a:solidFill>
                <a:schemeClr val="tx2"/>
              </a:solidFill>
              <a:effectLst/>
              <a:uLnTx/>
              <a:uFillTx/>
              <a:latin typeface="Nokia Pure Text Light"/>
              <a:ea typeface="+mn-ea"/>
              <a:cs typeface="+mn-cs"/>
            </a:endParaRPr>
          </a:p>
        </p:txBody>
      </p:sp>
      <p:pic>
        <p:nvPicPr>
          <p:cNvPr id="13" name="Picture 12">
            <a:extLst>
              <a:ext uri="{FF2B5EF4-FFF2-40B4-BE49-F238E27FC236}">
                <a16:creationId xmlns:a16="http://schemas.microsoft.com/office/drawing/2014/main" id="{087CCF96-2C14-F4C5-362B-546CBC07625B}"/>
              </a:ext>
            </a:extLst>
          </p:cNvPr>
          <p:cNvPicPr>
            <a:picLocks noChangeAspect="1"/>
          </p:cNvPicPr>
          <p:nvPr/>
        </p:nvPicPr>
        <p:blipFill>
          <a:blip r:embed="rId2"/>
          <a:stretch>
            <a:fillRect/>
          </a:stretch>
        </p:blipFill>
        <p:spPr>
          <a:xfrm>
            <a:off x="465752" y="1380222"/>
            <a:ext cx="7837716" cy="1439952"/>
          </a:xfrm>
          <a:prstGeom prst="rect">
            <a:avLst/>
          </a:prstGeom>
        </p:spPr>
      </p:pic>
      <p:pic>
        <p:nvPicPr>
          <p:cNvPr id="15" name="Picture 14">
            <a:extLst>
              <a:ext uri="{FF2B5EF4-FFF2-40B4-BE49-F238E27FC236}">
                <a16:creationId xmlns:a16="http://schemas.microsoft.com/office/drawing/2014/main" id="{DFDA5207-5ADE-6D10-B76B-873B1BB0266C}"/>
              </a:ext>
            </a:extLst>
          </p:cNvPr>
          <p:cNvPicPr>
            <a:picLocks noChangeAspect="1"/>
          </p:cNvPicPr>
          <p:nvPr/>
        </p:nvPicPr>
        <p:blipFill>
          <a:blip r:embed="rId3"/>
          <a:stretch>
            <a:fillRect/>
          </a:stretch>
        </p:blipFill>
        <p:spPr>
          <a:xfrm>
            <a:off x="465752" y="3347834"/>
            <a:ext cx="7837716" cy="593914"/>
          </a:xfrm>
          <a:prstGeom prst="rect">
            <a:avLst/>
          </a:prstGeom>
        </p:spPr>
      </p:pic>
      <p:sp>
        <p:nvSpPr>
          <p:cNvPr id="16" name="TextBox 15">
            <a:extLst>
              <a:ext uri="{FF2B5EF4-FFF2-40B4-BE49-F238E27FC236}">
                <a16:creationId xmlns:a16="http://schemas.microsoft.com/office/drawing/2014/main" id="{19FEDD08-F573-8BB6-2014-1595AAEA3F0F}"/>
              </a:ext>
            </a:extLst>
          </p:cNvPr>
          <p:cNvSpPr txBox="1"/>
          <p:nvPr/>
        </p:nvSpPr>
        <p:spPr>
          <a:xfrm>
            <a:off x="465752" y="3005145"/>
            <a:ext cx="7837716" cy="286695"/>
          </a:xfrm>
          <a:prstGeom prst="rect">
            <a:avLst/>
          </a:prstGeom>
          <a:noFill/>
          <a:ln>
            <a:noFill/>
          </a:ln>
        </p:spPr>
        <p:txBody>
          <a:bodyPr wrap="square" lIns="0" tIns="0" rIns="0" bIns="0" rtlCol="0">
            <a:noAutofit/>
          </a:bodyPr>
          <a:lstStyle/>
          <a:p>
            <a:pPr marL="0" marR="0" indent="0" algn="l" defTabSz="180000" rtl="0" eaLnBrk="1" fontAlgn="auto" latinLnBrk="0" hangingPunct="1">
              <a:lnSpc>
                <a:spcPct val="100000"/>
              </a:lnSpc>
              <a:spcBef>
                <a:spcPts val="0"/>
              </a:spcBef>
              <a:spcAft>
                <a:spcPts val="300"/>
              </a:spcAft>
              <a:buClrTx/>
              <a:buSzTx/>
              <a:buFont typeface="+mj-lt"/>
              <a:buNone/>
              <a:tabLst>
                <a:tab pos="180000" algn="l"/>
              </a:tabLst>
            </a:pPr>
            <a:r>
              <a:rPr kumimoji="0" lang="en-US" altLang="zh-CN" sz="1200" b="0" i="0" u="none" strike="noStrike" kern="1200" cap="none" spc="0" normalizeH="0" baseline="0" noProof="0" dirty="0" err="1">
                <a:ln>
                  <a:noFill/>
                </a:ln>
                <a:solidFill>
                  <a:schemeClr val="tx2"/>
                </a:solidFill>
                <a:effectLst/>
                <a:uLnTx/>
                <a:uFillTx/>
                <a:latin typeface="Nokia Pure Text Light"/>
                <a:ea typeface="+mn-ea"/>
                <a:cs typeface="+mn-cs"/>
              </a:rPr>
              <a:t>Ebpf</a:t>
            </a:r>
            <a:r>
              <a:rPr kumimoji="0" lang="en-US" altLang="zh-CN" sz="1200" b="0" i="0" u="none" strike="noStrike" kern="1200" cap="none" spc="0" normalizeH="0" baseline="0" noProof="0" dirty="0">
                <a:ln>
                  <a:noFill/>
                </a:ln>
                <a:solidFill>
                  <a:schemeClr val="tx2"/>
                </a:solidFill>
                <a:effectLst/>
                <a:uLnTx/>
                <a:uFillTx/>
                <a:latin typeface="Nokia Pure Text Light"/>
                <a:ea typeface="+mn-ea"/>
                <a:cs typeface="+mn-cs"/>
              </a:rPr>
              <a:t> </a:t>
            </a:r>
            <a:r>
              <a:rPr kumimoji="0" lang="zh-CN" altLang="en-US" sz="1200" b="0" i="0" u="none" strike="noStrike" kern="1200" cap="none" spc="0" normalizeH="0" baseline="0" noProof="0" dirty="0">
                <a:ln>
                  <a:noFill/>
                </a:ln>
                <a:solidFill>
                  <a:schemeClr val="tx2"/>
                </a:solidFill>
                <a:effectLst/>
                <a:uLnTx/>
                <a:uFillTx/>
                <a:latin typeface="Nokia Pure Text Light"/>
                <a:ea typeface="+mn-ea"/>
                <a:cs typeface="+mn-cs"/>
              </a:rPr>
              <a:t>编译脚本</a:t>
            </a:r>
          </a:p>
        </p:txBody>
      </p:sp>
    </p:spTree>
    <p:extLst>
      <p:ext uri="{BB962C8B-B14F-4D97-AF65-F5344CB8AC3E}">
        <p14:creationId xmlns:p14="http://schemas.microsoft.com/office/powerpoint/2010/main" val="25011385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a:t>
            </a:r>
            <a:r>
              <a:rPr lang="zh-CN" altLang="en-US" dirty="0"/>
              <a:t>实践 </a:t>
            </a:r>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TextBox 5">
            <a:extLst>
              <a:ext uri="{FF2B5EF4-FFF2-40B4-BE49-F238E27FC236}">
                <a16:creationId xmlns:a16="http://schemas.microsoft.com/office/drawing/2014/main" id="{79547823-84EA-EF42-74C8-3B9F5FCE770D}"/>
              </a:ext>
            </a:extLst>
          </p:cNvPr>
          <p:cNvSpPr txBox="1"/>
          <p:nvPr/>
        </p:nvSpPr>
        <p:spPr>
          <a:xfrm>
            <a:off x="465752" y="921571"/>
            <a:ext cx="2458199" cy="189291"/>
          </a:xfrm>
          <a:prstGeom prst="rect">
            <a:avLst/>
          </a:prstGeom>
          <a:noFill/>
          <a:ln>
            <a:noFill/>
          </a:ln>
        </p:spPr>
        <p:txBody>
          <a:bodyPr wrap="square" lIns="0" tIns="0" rIns="0" bIns="0" rtlCol="0">
            <a:noAutofit/>
          </a:bodyPr>
          <a:lstStyle/>
          <a:p>
            <a:pPr marL="0" marR="0" indent="0" algn="l" defTabSz="180000" rtl="0" eaLnBrk="1" fontAlgn="auto" latinLnBrk="0" hangingPunct="1">
              <a:lnSpc>
                <a:spcPct val="100000"/>
              </a:lnSpc>
              <a:spcBef>
                <a:spcPts val="0"/>
              </a:spcBef>
              <a:spcAft>
                <a:spcPts val="300"/>
              </a:spcAft>
              <a:buClrTx/>
              <a:buSzTx/>
              <a:buFont typeface="+mj-lt"/>
              <a:buNone/>
              <a:tabLst>
                <a:tab pos="180000" algn="l"/>
              </a:tabLst>
            </a:pPr>
            <a:r>
              <a:rPr lang="zh-CN" altLang="en-US" sz="1200" dirty="0">
                <a:solidFill>
                  <a:schemeClr val="tx2"/>
                </a:solidFill>
                <a:latin typeface="Nokia Pure Text Light"/>
              </a:rPr>
              <a:t>简单的</a:t>
            </a:r>
            <a:r>
              <a:rPr lang="en-US" altLang="zh-CN" sz="1200" dirty="0" err="1">
                <a:solidFill>
                  <a:schemeClr val="tx2"/>
                </a:solidFill>
                <a:latin typeface="Nokia Pure Text Light"/>
              </a:rPr>
              <a:t>ebpf</a:t>
            </a:r>
            <a:r>
              <a:rPr lang="en-US" altLang="zh-CN" sz="1200" dirty="0">
                <a:solidFill>
                  <a:schemeClr val="tx2"/>
                </a:solidFill>
                <a:latin typeface="Nokia Pure Text Light"/>
              </a:rPr>
              <a:t> </a:t>
            </a:r>
            <a:r>
              <a:rPr lang="zh-CN" altLang="en-US" sz="1200" dirty="0">
                <a:solidFill>
                  <a:schemeClr val="tx2"/>
                </a:solidFill>
                <a:latin typeface="Nokia Pure Text Light"/>
              </a:rPr>
              <a:t>测试程序简单分析</a:t>
            </a:r>
            <a:endParaRPr kumimoji="0" lang="zh-CN" altLang="en-US" sz="1200" b="0" i="0" u="none" strike="noStrike" kern="1200" cap="none" spc="0" normalizeH="0" baseline="0" noProof="0" dirty="0">
              <a:ln>
                <a:noFill/>
              </a:ln>
              <a:solidFill>
                <a:schemeClr val="tx2"/>
              </a:solidFill>
              <a:effectLst/>
              <a:uLnTx/>
              <a:uFillTx/>
              <a:latin typeface="Nokia Pure Text Light"/>
              <a:ea typeface="+mn-ea"/>
              <a:cs typeface="+mn-cs"/>
            </a:endParaRPr>
          </a:p>
        </p:txBody>
      </p:sp>
      <p:pic>
        <p:nvPicPr>
          <p:cNvPr id="4" name="Picture 3">
            <a:extLst>
              <a:ext uri="{FF2B5EF4-FFF2-40B4-BE49-F238E27FC236}">
                <a16:creationId xmlns:a16="http://schemas.microsoft.com/office/drawing/2014/main" id="{4AEACB52-07AB-B107-1501-35B8241F679F}"/>
              </a:ext>
            </a:extLst>
          </p:cNvPr>
          <p:cNvPicPr>
            <a:picLocks noChangeAspect="1"/>
          </p:cNvPicPr>
          <p:nvPr/>
        </p:nvPicPr>
        <p:blipFill>
          <a:blip r:embed="rId2"/>
          <a:stretch>
            <a:fillRect/>
          </a:stretch>
        </p:blipFill>
        <p:spPr>
          <a:xfrm>
            <a:off x="417600" y="1675306"/>
            <a:ext cx="7465834" cy="1636672"/>
          </a:xfrm>
          <a:prstGeom prst="rect">
            <a:avLst/>
          </a:prstGeom>
        </p:spPr>
      </p:pic>
    </p:spTree>
    <p:extLst>
      <p:ext uri="{BB962C8B-B14F-4D97-AF65-F5344CB8AC3E}">
        <p14:creationId xmlns:p14="http://schemas.microsoft.com/office/powerpoint/2010/main" val="134140000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a:t>
            </a:r>
            <a:r>
              <a:rPr lang="zh-CN" altLang="en-US" dirty="0"/>
              <a:t>实践 </a:t>
            </a:r>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 name="Picture 9">
            <a:extLst>
              <a:ext uri="{FF2B5EF4-FFF2-40B4-BE49-F238E27FC236}">
                <a16:creationId xmlns:a16="http://schemas.microsoft.com/office/drawing/2014/main" id="{0D840477-CF4E-C892-A925-3517040461BA}"/>
              </a:ext>
            </a:extLst>
          </p:cNvPr>
          <p:cNvPicPr>
            <a:picLocks noChangeAspect="1"/>
          </p:cNvPicPr>
          <p:nvPr/>
        </p:nvPicPr>
        <p:blipFill>
          <a:blip r:embed="rId2"/>
          <a:stretch>
            <a:fillRect/>
          </a:stretch>
        </p:blipFill>
        <p:spPr>
          <a:xfrm>
            <a:off x="812236" y="1022989"/>
            <a:ext cx="5353433" cy="1420445"/>
          </a:xfrm>
          <a:prstGeom prst="rect">
            <a:avLst/>
          </a:prstGeom>
        </p:spPr>
      </p:pic>
      <p:pic>
        <p:nvPicPr>
          <p:cNvPr id="12" name="Picture 11">
            <a:extLst>
              <a:ext uri="{FF2B5EF4-FFF2-40B4-BE49-F238E27FC236}">
                <a16:creationId xmlns:a16="http://schemas.microsoft.com/office/drawing/2014/main" id="{8A949671-E8C2-2543-3734-B833D513E80F}"/>
              </a:ext>
            </a:extLst>
          </p:cNvPr>
          <p:cNvPicPr>
            <a:picLocks noChangeAspect="1"/>
          </p:cNvPicPr>
          <p:nvPr/>
        </p:nvPicPr>
        <p:blipFill>
          <a:blip r:embed="rId3"/>
          <a:stretch>
            <a:fillRect/>
          </a:stretch>
        </p:blipFill>
        <p:spPr>
          <a:xfrm>
            <a:off x="844893" y="2700067"/>
            <a:ext cx="5438341" cy="1033670"/>
          </a:xfrm>
          <a:prstGeom prst="rect">
            <a:avLst/>
          </a:prstGeom>
        </p:spPr>
      </p:pic>
    </p:spTree>
    <p:extLst>
      <p:ext uri="{BB962C8B-B14F-4D97-AF65-F5344CB8AC3E}">
        <p14:creationId xmlns:p14="http://schemas.microsoft.com/office/powerpoint/2010/main" val="38785941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a:t>
            </a:r>
            <a:r>
              <a:rPr lang="zh-CN" altLang="en-US" dirty="0"/>
              <a:t>实践 </a:t>
            </a:r>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4" name="Picture 3">
            <a:extLst>
              <a:ext uri="{FF2B5EF4-FFF2-40B4-BE49-F238E27FC236}">
                <a16:creationId xmlns:a16="http://schemas.microsoft.com/office/drawing/2014/main" id="{855C981A-38CE-9D4D-4AF1-DD201A5B6931}"/>
              </a:ext>
            </a:extLst>
          </p:cNvPr>
          <p:cNvPicPr>
            <a:picLocks noChangeAspect="1"/>
          </p:cNvPicPr>
          <p:nvPr/>
        </p:nvPicPr>
        <p:blipFill>
          <a:blip r:embed="rId2"/>
          <a:stretch>
            <a:fillRect/>
          </a:stretch>
        </p:blipFill>
        <p:spPr>
          <a:xfrm>
            <a:off x="611850" y="1509946"/>
            <a:ext cx="6744641" cy="543001"/>
          </a:xfrm>
          <a:prstGeom prst="rect">
            <a:avLst/>
          </a:prstGeom>
        </p:spPr>
      </p:pic>
      <p:pic>
        <p:nvPicPr>
          <p:cNvPr id="9" name="Picture 8">
            <a:extLst>
              <a:ext uri="{FF2B5EF4-FFF2-40B4-BE49-F238E27FC236}">
                <a16:creationId xmlns:a16="http://schemas.microsoft.com/office/drawing/2014/main" id="{872BF453-6E7B-D52F-C0AC-5CDA778E95EC}"/>
              </a:ext>
            </a:extLst>
          </p:cNvPr>
          <p:cNvPicPr>
            <a:picLocks noChangeAspect="1"/>
          </p:cNvPicPr>
          <p:nvPr/>
        </p:nvPicPr>
        <p:blipFill>
          <a:blip r:embed="rId3"/>
          <a:stretch>
            <a:fillRect/>
          </a:stretch>
        </p:blipFill>
        <p:spPr>
          <a:xfrm>
            <a:off x="611850" y="3404012"/>
            <a:ext cx="6506483" cy="752580"/>
          </a:xfrm>
          <a:prstGeom prst="rect">
            <a:avLst/>
          </a:prstGeom>
        </p:spPr>
      </p:pic>
      <p:pic>
        <p:nvPicPr>
          <p:cNvPr id="11" name="Picture 10">
            <a:extLst>
              <a:ext uri="{FF2B5EF4-FFF2-40B4-BE49-F238E27FC236}">
                <a16:creationId xmlns:a16="http://schemas.microsoft.com/office/drawing/2014/main" id="{28518C02-324F-FB2F-CF04-5C09DB860DBA}"/>
              </a:ext>
            </a:extLst>
          </p:cNvPr>
          <p:cNvPicPr>
            <a:picLocks noChangeAspect="1"/>
          </p:cNvPicPr>
          <p:nvPr/>
        </p:nvPicPr>
        <p:blipFill>
          <a:blip r:embed="rId4"/>
          <a:stretch>
            <a:fillRect/>
          </a:stretch>
        </p:blipFill>
        <p:spPr>
          <a:xfrm>
            <a:off x="559789" y="2101262"/>
            <a:ext cx="6984012" cy="1052385"/>
          </a:xfrm>
          <a:prstGeom prst="rect">
            <a:avLst/>
          </a:prstGeom>
        </p:spPr>
      </p:pic>
    </p:spTree>
    <p:extLst>
      <p:ext uri="{BB962C8B-B14F-4D97-AF65-F5344CB8AC3E}">
        <p14:creationId xmlns:p14="http://schemas.microsoft.com/office/powerpoint/2010/main" val="796562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a:t>
            </a:r>
            <a:r>
              <a:rPr lang="zh-CN" altLang="en-US" dirty="0"/>
              <a:t>实践 </a:t>
            </a:r>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6" name="Picture 5">
            <a:extLst>
              <a:ext uri="{FF2B5EF4-FFF2-40B4-BE49-F238E27FC236}">
                <a16:creationId xmlns:a16="http://schemas.microsoft.com/office/drawing/2014/main" id="{83509AAC-B858-0FCF-777B-72FD87A6C786}"/>
              </a:ext>
            </a:extLst>
          </p:cNvPr>
          <p:cNvPicPr>
            <a:picLocks noChangeAspect="1"/>
          </p:cNvPicPr>
          <p:nvPr/>
        </p:nvPicPr>
        <p:blipFill>
          <a:blip r:embed="rId2"/>
          <a:stretch>
            <a:fillRect/>
          </a:stretch>
        </p:blipFill>
        <p:spPr>
          <a:xfrm>
            <a:off x="559789" y="1273965"/>
            <a:ext cx="6811326" cy="476316"/>
          </a:xfrm>
          <a:prstGeom prst="rect">
            <a:avLst/>
          </a:prstGeom>
        </p:spPr>
      </p:pic>
      <p:pic>
        <p:nvPicPr>
          <p:cNvPr id="10" name="Picture 9">
            <a:extLst>
              <a:ext uri="{FF2B5EF4-FFF2-40B4-BE49-F238E27FC236}">
                <a16:creationId xmlns:a16="http://schemas.microsoft.com/office/drawing/2014/main" id="{BFB403E3-B951-6F59-47CC-36137B4F55CC}"/>
              </a:ext>
            </a:extLst>
          </p:cNvPr>
          <p:cNvPicPr>
            <a:picLocks noChangeAspect="1"/>
          </p:cNvPicPr>
          <p:nvPr/>
        </p:nvPicPr>
        <p:blipFill>
          <a:blip r:embed="rId3"/>
          <a:stretch>
            <a:fillRect/>
          </a:stretch>
        </p:blipFill>
        <p:spPr>
          <a:xfrm>
            <a:off x="559789" y="1844679"/>
            <a:ext cx="6878010" cy="857370"/>
          </a:xfrm>
          <a:prstGeom prst="rect">
            <a:avLst/>
          </a:prstGeom>
        </p:spPr>
      </p:pic>
      <p:pic>
        <p:nvPicPr>
          <p:cNvPr id="13" name="Picture 12">
            <a:extLst>
              <a:ext uri="{FF2B5EF4-FFF2-40B4-BE49-F238E27FC236}">
                <a16:creationId xmlns:a16="http://schemas.microsoft.com/office/drawing/2014/main" id="{F93F042C-85BF-1982-A45D-415F198064F2}"/>
              </a:ext>
            </a:extLst>
          </p:cNvPr>
          <p:cNvPicPr>
            <a:picLocks noChangeAspect="1"/>
          </p:cNvPicPr>
          <p:nvPr/>
        </p:nvPicPr>
        <p:blipFill>
          <a:blip r:embed="rId4"/>
          <a:stretch>
            <a:fillRect/>
          </a:stretch>
        </p:blipFill>
        <p:spPr>
          <a:xfrm>
            <a:off x="559789" y="2772223"/>
            <a:ext cx="7036262" cy="1410847"/>
          </a:xfrm>
          <a:prstGeom prst="rect">
            <a:avLst/>
          </a:prstGeom>
        </p:spPr>
      </p:pic>
    </p:spTree>
    <p:extLst>
      <p:ext uri="{BB962C8B-B14F-4D97-AF65-F5344CB8AC3E}">
        <p14:creationId xmlns:p14="http://schemas.microsoft.com/office/powerpoint/2010/main" val="41628414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a:t>
            </a:r>
            <a:r>
              <a:rPr lang="zh-CN" altLang="en-US" dirty="0"/>
              <a:t>实践 </a:t>
            </a:r>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4" name="Picture 3">
            <a:extLst>
              <a:ext uri="{FF2B5EF4-FFF2-40B4-BE49-F238E27FC236}">
                <a16:creationId xmlns:a16="http://schemas.microsoft.com/office/drawing/2014/main" id="{54785F52-52C0-A923-C069-7DB749BBD9D2}"/>
              </a:ext>
            </a:extLst>
          </p:cNvPr>
          <p:cNvPicPr>
            <a:picLocks noChangeAspect="1"/>
          </p:cNvPicPr>
          <p:nvPr/>
        </p:nvPicPr>
        <p:blipFill>
          <a:blip r:embed="rId2"/>
          <a:stretch>
            <a:fillRect/>
          </a:stretch>
        </p:blipFill>
        <p:spPr>
          <a:xfrm>
            <a:off x="572647" y="1203057"/>
            <a:ext cx="6744641" cy="400106"/>
          </a:xfrm>
          <a:prstGeom prst="rect">
            <a:avLst/>
          </a:prstGeom>
        </p:spPr>
      </p:pic>
      <p:pic>
        <p:nvPicPr>
          <p:cNvPr id="9" name="Picture 8">
            <a:extLst>
              <a:ext uri="{FF2B5EF4-FFF2-40B4-BE49-F238E27FC236}">
                <a16:creationId xmlns:a16="http://schemas.microsoft.com/office/drawing/2014/main" id="{F6F115B9-D1BF-7AE2-E77C-4FCCD8DA4B72}"/>
              </a:ext>
            </a:extLst>
          </p:cNvPr>
          <p:cNvPicPr>
            <a:picLocks noChangeAspect="1"/>
          </p:cNvPicPr>
          <p:nvPr/>
        </p:nvPicPr>
        <p:blipFill>
          <a:blip r:embed="rId3"/>
          <a:stretch>
            <a:fillRect/>
          </a:stretch>
        </p:blipFill>
        <p:spPr>
          <a:xfrm>
            <a:off x="559789" y="1786253"/>
            <a:ext cx="5963482" cy="1743318"/>
          </a:xfrm>
          <a:prstGeom prst="rect">
            <a:avLst/>
          </a:prstGeom>
        </p:spPr>
      </p:pic>
    </p:spTree>
    <p:extLst>
      <p:ext uri="{BB962C8B-B14F-4D97-AF65-F5344CB8AC3E}">
        <p14:creationId xmlns:p14="http://schemas.microsoft.com/office/powerpoint/2010/main" val="40617531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a:t>
            </a:r>
            <a:r>
              <a:rPr lang="zh-CN" altLang="en-US" dirty="0"/>
              <a:t>实践 </a:t>
            </a:r>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6" name="Picture 5">
            <a:extLst>
              <a:ext uri="{FF2B5EF4-FFF2-40B4-BE49-F238E27FC236}">
                <a16:creationId xmlns:a16="http://schemas.microsoft.com/office/drawing/2014/main" id="{2018BECE-EEA5-F7D3-12A0-AE570B3E49C1}"/>
              </a:ext>
            </a:extLst>
          </p:cNvPr>
          <p:cNvPicPr>
            <a:picLocks noChangeAspect="1"/>
          </p:cNvPicPr>
          <p:nvPr/>
        </p:nvPicPr>
        <p:blipFill>
          <a:blip r:embed="rId2"/>
          <a:stretch>
            <a:fillRect/>
          </a:stretch>
        </p:blipFill>
        <p:spPr>
          <a:xfrm>
            <a:off x="603370" y="1113930"/>
            <a:ext cx="5420481" cy="390580"/>
          </a:xfrm>
          <a:prstGeom prst="rect">
            <a:avLst/>
          </a:prstGeom>
        </p:spPr>
      </p:pic>
      <p:pic>
        <p:nvPicPr>
          <p:cNvPr id="10" name="Picture 9">
            <a:extLst>
              <a:ext uri="{FF2B5EF4-FFF2-40B4-BE49-F238E27FC236}">
                <a16:creationId xmlns:a16="http://schemas.microsoft.com/office/drawing/2014/main" id="{804DA5EC-E15E-FB05-714B-26AFB35983E2}"/>
              </a:ext>
            </a:extLst>
          </p:cNvPr>
          <p:cNvPicPr>
            <a:picLocks noChangeAspect="1"/>
          </p:cNvPicPr>
          <p:nvPr/>
        </p:nvPicPr>
        <p:blipFill>
          <a:blip r:embed="rId3"/>
          <a:stretch>
            <a:fillRect/>
          </a:stretch>
        </p:blipFill>
        <p:spPr>
          <a:xfrm>
            <a:off x="621900" y="1643155"/>
            <a:ext cx="5992061" cy="2562583"/>
          </a:xfrm>
          <a:prstGeom prst="rect">
            <a:avLst/>
          </a:prstGeom>
        </p:spPr>
      </p:pic>
    </p:spTree>
    <p:extLst>
      <p:ext uri="{BB962C8B-B14F-4D97-AF65-F5344CB8AC3E}">
        <p14:creationId xmlns:p14="http://schemas.microsoft.com/office/powerpoint/2010/main" val="21965169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a:t>
            </a:r>
            <a:r>
              <a:rPr lang="zh-CN" altLang="en-US" dirty="0"/>
              <a:t>实践 </a:t>
            </a:r>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TextBox 5">
            <a:extLst>
              <a:ext uri="{FF2B5EF4-FFF2-40B4-BE49-F238E27FC236}">
                <a16:creationId xmlns:a16="http://schemas.microsoft.com/office/drawing/2014/main" id="{79547823-84EA-EF42-74C8-3B9F5FCE770D}"/>
              </a:ext>
            </a:extLst>
          </p:cNvPr>
          <p:cNvSpPr txBox="1"/>
          <p:nvPr/>
        </p:nvSpPr>
        <p:spPr>
          <a:xfrm>
            <a:off x="890245" y="2399552"/>
            <a:ext cx="2423366" cy="172198"/>
          </a:xfrm>
          <a:prstGeom prst="rect">
            <a:avLst/>
          </a:prstGeom>
          <a:noFill/>
          <a:ln>
            <a:noFill/>
          </a:ln>
        </p:spPr>
        <p:txBody>
          <a:bodyPr wrap="square" lIns="0" tIns="0" rIns="0" bIns="0" rtlCol="0">
            <a:noAutofit/>
          </a:bodyPr>
          <a:lstStyle/>
          <a:p>
            <a:pPr marL="0" marR="0" indent="0" algn="l" defTabSz="180000" rtl="0" eaLnBrk="1" fontAlgn="auto" latinLnBrk="0" hangingPunct="1">
              <a:lnSpc>
                <a:spcPct val="100000"/>
              </a:lnSpc>
              <a:spcBef>
                <a:spcPts val="0"/>
              </a:spcBef>
              <a:spcAft>
                <a:spcPts val="300"/>
              </a:spcAft>
              <a:buClrTx/>
              <a:buSzTx/>
              <a:buFont typeface="+mj-lt"/>
              <a:buNone/>
              <a:tabLst>
                <a:tab pos="180000" algn="l"/>
              </a:tabLst>
            </a:pPr>
            <a:r>
              <a:rPr lang="zh-CN" altLang="en-US" sz="1200" dirty="0">
                <a:solidFill>
                  <a:schemeClr val="tx2"/>
                </a:solidFill>
                <a:latin typeface="Nokia Pure Text Light"/>
              </a:rPr>
              <a:t>简单的</a:t>
            </a:r>
            <a:r>
              <a:rPr lang="en-US" altLang="zh-CN" sz="1200" dirty="0" err="1">
                <a:solidFill>
                  <a:schemeClr val="tx2"/>
                </a:solidFill>
                <a:latin typeface="Nokia Pure Text Light"/>
              </a:rPr>
              <a:t>ebpf</a:t>
            </a:r>
            <a:r>
              <a:rPr lang="en-US" altLang="zh-CN" sz="1200" dirty="0">
                <a:solidFill>
                  <a:schemeClr val="tx2"/>
                </a:solidFill>
                <a:latin typeface="Nokia Pure Text Light"/>
              </a:rPr>
              <a:t> </a:t>
            </a:r>
            <a:r>
              <a:rPr lang="zh-CN" altLang="en-US" sz="1200" dirty="0">
                <a:solidFill>
                  <a:schemeClr val="tx2"/>
                </a:solidFill>
                <a:latin typeface="Nokia Pure Text Light"/>
              </a:rPr>
              <a:t>加载测试程序</a:t>
            </a:r>
            <a:endParaRPr kumimoji="0" lang="zh-CN" altLang="en-US" sz="1200" b="0" i="0" u="none" strike="noStrike" kern="1200" cap="none" spc="0" normalizeH="0" baseline="0" noProof="0" dirty="0">
              <a:ln>
                <a:noFill/>
              </a:ln>
              <a:solidFill>
                <a:schemeClr val="tx2"/>
              </a:solidFill>
              <a:effectLst/>
              <a:uLnTx/>
              <a:uFillTx/>
              <a:latin typeface="Nokia Pure Text Light"/>
              <a:ea typeface="+mn-ea"/>
              <a:cs typeface="+mn-cs"/>
            </a:endParaRPr>
          </a:p>
        </p:txBody>
      </p:sp>
      <p:pic>
        <p:nvPicPr>
          <p:cNvPr id="4" name="Picture 3">
            <a:extLst>
              <a:ext uri="{FF2B5EF4-FFF2-40B4-BE49-F238E27FC236}">
                <a16:creationId xmlns:a16="http://schemas.microsoft.com/office/drawing/2014/main" id="{35FF815F-0F64-890F-EA1F-BABB22DAF6DE}"/>
              </a:ext>
            </a:extLst>
          </p:cNvPr>
          <p:cNvPicPr>
            <a:picLocks noChangeAspect="1"/>
          </p:cNvPicPr>
          <p:nvPr/>
        </p:nvPicPr>
        <p:blipFill>
          <a:blip r:embed="rId2"/>
          <a:stretch>
            <a:fillRect/>
          </a:stretch>
        </p:blipFill>
        <p:spPr>
          <a:xfrm>
            <a:off x="3136852" y="622041"/>
            <a:ext cx="4387353" cy="4297714"/>
          </a:xfrm>
          <a:prstGeom prst="rect">
            <a:avLst/>
          </a:prstGeom>
        </p:spPr>
      </p:pic>
    </p:spTree>
    <p:extLst>
      <p:ext uri="{BB962C8B-B14F-4D97-AF65-F5344CB8AC3E}">
        <p14:creationId xmlns:p14="http://schemas.microsoft.com/office/powerpoint/2010/main" val="33623393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a:t>
            </a:r>
            <a:r>
              <a:rPr lang="zh-CN" altLang="en-US" dirty="0"/>
              <a:t>实践 </a:t>
            </a:r>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TextBox 5">
            <a:extLst>
              <a:ext uri="{FF2B5EF4-FFF2-40B4-BE49-F238E27FC236}">
                <a16:creationId xmlns:a16="http://schemas.microsoft.com/office/drawing/2014/main" id="{79547823-84EA-EF42-74C8-3B9F5FCE770D}"/>
              </a:ext>
            </a:extLst>
          </p:cNvPr>
          <p:cNvSpPr txBox="1"/>
          <p:nvPr/>
        </p:nvSpPr>
        <p:spPr>
          <a:xfrm>
            <a:off x="521244" y="1275159"/>
            <a:ext cx="2423366" cy="172198"/>
          </a:xfrm>
          <a:prstGeom prst="rect">
            <a:avLst/>
          </a:prstGeom>
          <a:noFill/>
          <a:ln>
            <a:noFill/>
          </a:ln>
        </p:spPr>
        <p:txBody>
          <a:bodyPr wrap="square" lIns="0" tIns="0" rIns="0" bIns="0" rtlCol="0">
            <a:noAutofit/>
          </a:bodyPr>
          <a:lstStyle/>
          <a:p>
            <a:pPr marL="0" marR="0" indent="0" algn="l" defTabSz="180000" rtl="0" eaLnBrk="1" fontAlgn="auto" latinLnBrk="0" hangingPunct="1">
              <a:lnSpc>
                <a:spcPct val="100000"/>
              </a:lnSpc>
              <a:spcBef>
                <a:spcPts val="0"/>
              </a:spcBef>
              <a:spcAft>
                <a:spcPts val="300"/>
              </a:spcAft>
              <a:buClrTx/>
              <a:buSzTx/>
              <a:buFont typeface="+mj-lt"/>
              <a:buNone/>
              <a:tabLst>
                <a:tab pos="180000" algn="l"/>
              </a:tabLst>
            </a:pPr>
            <a:r>
              <a:rPr lang="zh-CN" altLang="en-US" sz="1200" dirty="0">
                <a:solidFill>
                  <a:schemeClr val="tx2"/>
                </a:solidFill>
                <a:latin typeface="Nokia Pure Text Light"/>
              </a:rPr>
              <a:t>简单的</a:t>
            </a:r>
            <a:r>
              <a:rPr lang="en-US" altLang="zh-CN" sz="1200" dirty="0" err="1">
                <a:solidFill>
                  <a:schemeClr val="tx2"/>
                </a:solidFill>
                <a:latin typeface="Nokia Pure Text Light"/>
              </a:rPr>
              <a:t>ebpf</a:t>
            </a:r>
            <a:r>
              <a:rPr lang="en-US" altLang="zh-CN" sz="1200" dirty="0">
                <a:solidFill>
                  <a:schemeClr val="tx2"/>
                </a:solidFill>
                <a:latin typeface="Nokia Pure Text Light"/>
              </a:rPr>
              <a:t> </a:t>
            </a:r>
            <a:r>
              <a:rPr lang="zh-CN" altLang="en-US" sz="1200" dirty="0">
                <a:solidFill>
                  <a:schemeClr val="tx2"/>
                </a:solidFill>
                <a:latin typeface="Nokia Pure Text Light"/>
              </a:rPr>
              <a:t>加载测试程序编译脚本</a:t>
            </a:r>
            <a:endParaRPr kumimoji="0" lang="zh-CN" altLang="en-US" sz="1200" b="0" i="0" u="none" strike="noStrike" kern="1200" cap="none" spc="0" normalizeH="0" baseline="0" noProof="0" dirty="0">
              <a:ln>
                <a:noFill/>
              </a:ln>
              <a:solidFill>
                <a:schemeClr val="tx2"/>
              </a:solidFill>
              <a:effectLst/>
              <a:uLnTx/>
              <a:uFillTx/>
              <a:latin typeface="Nokia Pure Text Light"/>
              <a:ea typeface="+mn-ea"/>
              <a:cs typeface="+mn-cs"/>
            </a:endParaRPr>
          </a:p>
        </p:txBody>
      </p:sp>
      <p:pic>
        <p:nvPicPr>
          <p:cNvPr id="7" name="Picture 6">
            <a:extLst>
              <a:ext uri="{FF2B5EF4-FFF2-40B4-BE49-F238E27FC236}">
                <a16:creationId xmlns:a16="http://schemas.microsoft.com/office/drawing/2014/main" id="{7D6C2702-995E-D950-8CF7-89A9B0DF49BF}"/>
              </a:ext>
            </a:extLst>
          </p:cNvPr>
          <p:cNvPicPr>
            <a:picLocks noChangeAspect="1"/>
          </p:cNvPicPr>
          <p:nvPr/>
        </p:nvPicPr>
        <p:blipFill>
          <a:blip r:embed="rId2"/>
          <a:stretch>
            <a:fillRect/>
          </a:stretch>
        </p:blipFill>
        <p:spPr>
          <a:xfrm>
            <a:off x="417600" y="1839909"/>
            <a:ext cx="7524205" cy="677083"/>
          </a:xfrm>
          <a:prstGeom prst="rect">
            <a:avLst/>
          </a:prstGeom>
        </p:spPr>
      </p:pic>
    </p:spTree>
    <p:extLst>
      <p:ext uri="{BB962C8B-B14F-4D97-AF65-F5344CB8AC3E}">
        <p14:creationId xmlns:p14="http://schemas.microsoft.com/office/powerpoint/2010/main" val="27439969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a:t>
            </a:r>
            <a:r>
              <a:rPr lang="zh-CN" altLang="en-US" dirty="0"/>
              <a:t>实践 </a:t>
            </a:r>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TextBox 5">
            <a:extLst>
              <a:ext uri="{FF2B5EF4-FFF2-40B4-BE49-F238E27FC236}">
                <a16:creationId xmlns:a16="http://schemas.microsoft.com/office/drawing/2014/main" id="{79547823-84EA-EF42-74C8-3B9F5FCE770D}"/>
              </a:ext>
            </a:extLst>
          </p:cNvPr>
          <p:cNvSpPr txBox="1"/>
          <p:nvPr/>
        </p:nvSpPr>
        <p:spPr>
          <a:xfrm>
            <a:off x="521244" y="1275159"/>
            <a:ext cx="2423366" cy="172198"/>
          </a:xfrm>
          <a:prstGeom prst="rect">
            <a:avLst/>
          </a:prstGeom>
          <a:noFill/>
          <a:ln>
            <a:noFill/>
          </a:ln>
        </p:spPr>
        <p:txBody>
          <a:bodyPr wrap="square" lIns="0" tIns="0" rIns="0" bIns="0" rtlCol="0">
            <a:noAutofit/>
          </a:bodyPr>
          <a:lstStyle/>
          <a:p>
            <a:pPr marL="0" marR="0" indent="0" algn="l" defTabSz="180000" rtl="0" eaLnBrk="1" fontAlgn="auto" latinLnBrk="0" hangingPunct="1">
              <a:lnSpc>
                <a:spcPct val="100000"/>
              </a:lnSpc>
              <a:spcBef>
                <a:spcPts val="0"/>
              </a:spcBef>
              <a:spcAft>
                <a:spcPts val="300"/>
              </a:spcAft>
              <a:buClrTx/>
              <a:buSzTx/>
              <a:buFont typeface="+mj-lt"/>
              <a:buNone/>
              <a:tabLst>
                <a:tab pos="180000" algn="l"/>
              </a:tabLst>
            </a:pPr>
            <a:r>
              <a:rPr lang="zh-CN" altLang="en-US" sz="1200" dirty="0">
                <a:solidFill>
                  <a:schemeClr val="tx2"/>
                </a:solidFill>
                <a:latin typeface="Nokia Pure Text Light"/>
              </a:rPr>
              <a:t>简单的</a:t>
            </a:r>
            <a:r>
              <a:rPr lang="en-US" altLang="zh-CN" sz="1200" dirty="0" err="1">
                <a:solidFill>
                  <a:schemeClr val="tx2"/>
                </a:solidFill>
                <a:latin typeface="Nokia Pure Text Light"/>
              </a:rPr>
              <a:t>ebpf</a:t>
            </a:r>
            <a:r>
              <a:rPr lang="en-US" altLang="zh-CN" sz="1200" dirty="0">
                <a:solidFill>
                  <a:schemeClr val="tx2"/>
                </a:solidFill>
                <a:latin typeface="Nokia Pure Text Light"/>
              </a:rPr>
              <a:t> </a:t>
            </a:r>
            <a:r>
              <a:rPr lang="zh-CN" altLang="en-US" sz="1200" dirty="0">
                <a:solidFill>
                  <a:schemeClr val="tx2"/>
                </a:solidFill>
                <a:latin typeface="Nokia Pure Text Light"/>
              </a:rPr>
              <a:t>加载测试程序编译脚本</a:t>
            </a:r>
            <a:endParaRPr kumimoji="0" lang="zh-CN" altLang="en-US" sz="1200" b="0" i="0" u="none" strike="noStrike" kern="1200" cap="none" spc="0" normalizeH="0" baseline="0" noProof="0" dirty="0">
              <a:ln>
                <a:noFill/>
              </a:ln>
              <a:solidFill>
                <a:schemeClr val="tx2"/>
              </a:solidFill>
              <a:effectLst/>
              <a:uLnTx/>
              <a:uFillTx/>
              <a:latin typeface="Nokia Pure Text Light"/>
              <a:ea typeface="+mn-ea"/>
              <a:cs typeface="+mn-cs"/>
            </a:endParaRPr>
          </a:p>
        </p:txBody>
      </p:sp>
      <p:pic>
        <p:nvPicPr>
          <p:cNvPr id="7" name="Picture 6">
            <a:extLst>
              <a:ext uri="{FF2B5EF4-FFF2-40B4-BE49-F238E27FC236}">
                <a16:creationId xmlns:a16="http://schemas.microsoft.com/office/drawing/2014/main" id="{7D6C2702-995E-D950-8CF7-89A9B0DF49BF}"/>
              </a:ext>
            </a:extLst>
          </p:cNvPr>
          <p:cNvPicPr>
            <a:picLocks noChangeAspect="1"/>
          </p:cNvPicPr>
          <p:nvPr/>
        </p:nvPicPr>
        <p:blipFill>
          <a:blip r:embed="rId2"/>
          <a:stretch>
            <a:fillRect/>
          </a:stretch>
        </p:blipFill>
        <p:spPr>
          <a:xfrm>
            <a:off x="417600" y="1839909"/>
            <a:ext cx="7524205" cy="677083"/>
          </a:xfrm>
          <a:prstGeom prst="rect">
            <a:avLst/>
          </a:prstGeom>
        </p:spPr>
      </p:pic>
    </p:spTree>
    <p:extLst>
      <p:ext uri="{BB962C8B-B14F-4D97-AF65-F5344CB8AC3E}">
        <p14:creationId xmlns:p14="http://schemas.microsoft.com/office/powerpoint/2010/main" val="39273465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a:t>
            </a:r>
            <a:r>
              <a:rPr lang="zh-CN" altLang="en-US" dirty="0"/>
              <a:t>实践 </a:t>
            </a:r>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TextBox 5">
            <a:extLst>
              <a:ext uri="{FF2B5EF4-FFF2-40B4-BE49-F238E27FC236}">
                <a16:creationId xmlns:a16="http://schemas.microsoft.com/office/drawing/2014/main" id="{79547823-84EA-EF42-74C8-3B9F5FCE770D}"/>
              </a:ext>
            </a:extLst>
          </p:cNvPr>
          <p:cNvSpPr txBox="1"/>
          <p:nvPr/>
        </p:nvSpPr>
        <p:spPr>
          <a:xfrm>
            <a:off x="475524" y="949735"/>
            <a:ext cx="2423366" cy="172198"/>
          </a:xfrm>
          <a:prstGeom prst="rect">
            <a:avLst/>
          </a:prstGeom>
          <a:noFill/>
          <a:ln>
            <a:noFill/>
          </a:ln>
        </p:spPr>
        <p:txBody>
          <a:bodyPr wrap="square" lIns="0" tIns="0" rIns="0" bIns="0" rtlCol="0">
            <a:noAutofit/>
          </a:bodyPr>
          <a:lstStyle/>
          <a:p>
            <a:pPr marL="0" marR="0" indent="0" algn="l" defTabSz="180000" rtl="0" eaLnBrk="1" fontAlgn="auto" latinLnBrk="0" hangingPunct="1">
              <a:lnSpc>
                <a:spcPct val="100000"/>
              </a:lnSpc>
              <a:spcBef>
                <a:spcPts val="0"/>
              </a:spcBef>
              <a:spcAft>
                <a:spcPts val="300"/>
              </a:spcAft>
              <a:buClrTx/>
              <a:buSzTx/>
              <a:buFont typeface="+mj-lt"/>
              <a:buNone/>
              <a:tabLst>
                <a:tab pos="180000" algn="l"/>
              </a:tabLst>
            </a:pPr>
            <a:r>
              <a:rPr kumimoji="0" lang="en-US" altLang="zh-CN" sz="1200" b="0" i="0" u="none" strike="noStrike" kern="1200" cap="none" spc="0" normalizeH="0" baseline="0" noProof="0" dirty="0" err="1">
                <a:ln>
                  <a:noFill/>
                </a:ln>
                <a:solidFill>
                  <a:schemeClr val="tx2"/>
                </a:solidFill>
                <a:effectLst/>
                <a:uLnTx/>
                <a:uFillTx/>
                <a:latin typeface="Nokia Pure Text Light"/>
                <a:ea typeface="+mn-ea"/>
                <a:cs typeface="+mn-cs"/>
              </a:rPr>
              <a:t>Ebpf</a:t>
            </a:r>
            <a:r>
              <a:rPr kumimoji="0" lang="en-US" altLang="zh-CN" sz="1200" b="0" i="0" u="none" strike="noStrike" kern="1200" cap="none" spc="0" normalizeH="0" baseline="0" noProof="0" dirty="0">
                <a:ln>
                  <a:noFill/>
                </a:ln>
                <a:solidFill>
                  <a:schemeClr val="tx2"/>
                </a:solidFill>
                <a:effectLst/>
                <a:uLnTx/>
                <a:uFillTx/>
                <a:latin typeface="Nokia Pure Text Light"/>
                <a:ea typeface="+mn-ea"/>
                <a:cs typeface="+mn-cs"/>
              </a:rPr>
              <a:t> </a:t>
            </a:r>
            <a:r>
              <a:rPr kumimoji="0" lang="zh-CN" altLang="en-US" sz="1200" b="0" i="0" u="none" strike="noStrike" kern="1200" cap="none" spc="0" normalizeH="0" baseline="0" noProof="0" dirty="0">
                <a:ln>
                  <a:noFill/>
                </a:ln>
                <a:solidFill>
                  <a:schemeClr val="tx2"/>
                </a:solidFill>
                <a:effectLst/>
                <a:uLnTx/>
                <a:uFillTx/>
                <a:latin typeface="Nokia Pure Text Light"/>
                <a:ea typeface="+mn-ea"/>
                <a:cs typeface="+mn-cs"/>
              </a:rPr>
              <a:t>程序</a:t>
            </a:r>
            <a:r>
              <a:rPr kumimoji="0" lang="en-US" altLang="zh-CN" sz="1200" b="0" i="0" u="none" strike="noStrike" kern="1200" cap="none" spc="0" normalizeH="0" baseline="0" noProof="0" dirty="0">
                <a:ln>
                  <a:noFill/>
                </a:ln>
                <a:solidFill>
                  <a:schemeClr val="tx2"/>
                </a:solidFill>
                <a:effectLst/>
                <a:uLnTx/>
                <a:uFillTx/>
                <a:latin typeface="Nokia Pure Text Light"/>
                <a:ea typeface="+mn-ea"/>
                <a:cs typeface="+mn-cs"/>
              </a:rPr>
              <a:t>ONT </a:t>
            </a:r>
            <a:r>
              <a:rPr kumimoji="0" lang="zh-CN" altLang="en-US" sz="1200" b="0" i="0" u="none" strike="noStrike" kern="1200" cap="none" spc="0" normalizeH="0" baseline="0" noProof="0" dirty="0">
                <a:ln>
                  <a:noFill/>
                </a:ln>
                <a:solidFill>
                  <a:schemeClr val="tx2"/>
                </a:solidFill>
                <a:effectLst/>
                <a:uLnTx/>
                <a:uFillTx/>
                <a:latin typeface="Nokia Pure Text Light"/>
                <a:ea typeface="+mn-ea"/>
                <a:cs typeface="+mn-cs"/>
              </a:rPr>
              <a:t>测试</a:t>
            </a:r>
          </a:p>
        </p:txBody>
      </p:sp>
      <p:pic>
        <p:nvPicPr>
          <p:cNvPr id="4" name="Picture 3">
            <a:extLst>
              <a:ext uri="{FF2B5EF4-FFF2-40B4-BE49-F238E27FC236}">
                <a16:creationId xmlns:a16="http://schemas.microsoft.com/office/drawing/2014/main" id="{EF8AC2FB-E29D-F646-BE94-3DC00BC1C32F}"/>
              </a:ext>
            </a:extLst>
          </p:cNvPr>
          <p:cNvPicPr>
            <a:picLocks noChangeAspect="1"/>
          </p:cNvPicPr>
          <p:nvPr/>
        </p:nvPicPr>
        <p:blipFill>
          <a:blip r:embed="rId2"/>
          <a:stretch>
            <a:fillRect/>
          </a:stretch>
        </p:blipFill>
        <p:spPr>
          <a:xfrm>
            <a:off x="475524" y="1247924"/>
            <a:ext cx="7902293" cy="3226105"/>
          </a:xfrm>
          <a:prstGeom prst="rect">
            <a:avLst/>
          </a:prstGeom>
        </p:spPr>
      </p:pic>
    </p:spTree>
    <p:extLst>
      <p:ext uri="{BB962C8B-B14F-4D97-AF65-F5344CB8AC3E}">
        <p14:creationId xmlns:p14="http://schemas.microsoft.com/office/powerpoint/2010/main" val="18522800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err="1"/>
              <a:t>eBPF</a:t>
            </a:r>
            <a:r>
              <a:rPr lang="en-US" altLang="zh-CN" dirty="0"/>
              <a:t> kernel </a:t>
            </a:r>
            <a:r>
              <a:rPr lang="zh-CN" altLang="en-US" dirty="0"/>
              <a:t>实践 </a:t>
            </a:r>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1362891" y="1361258"/>
            <a:ext cx="3901440" cy="39014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TextBox 5">
            <a:extLst>
              <a:ext uri="{FF2B5EF4-FFF2-40B4-BE49-F238E27FC236}">
                <a16:creationId xmlns:a16="http://schemas.microsoft.com/office/drawing/2014/main" id="{79547823-84EA-EF42-74C8-3B9F5FCE770D}"/>
              </a:ext>
            </a:extLst>
          </p:cNvPr>
          <p:cNvSpPr txBox="1"/>
          <p:nvPr/>
        </p:nvSpPr>
        <p:spPr>
          <a:xfrm>
            <a:off x="475524" y="949735"/>
            <a:ext cx="2423366" cy="172198"/>
          </a:xfrm>
          <a:prstGeom prst="rect">
            <a:avLst/>
          </a:prstGeom>
          <a:noFill/>
          <a:ln>
            <a:noFill/>
          </a:ln>
        </p:spPr>
        <p:txBody>
          <a:bodyPr wrap="square" lIns="0" tIns="0" rIns="0" bIns="0" rtlCol="0">
            <a:noAutofit/>
          </a:bodyPr>
          <a:lstStyle/>
          <a:p>
            <a:pPr marL="0" marR="0" indent="0" algn="l" defTabSz="180000" rtl="0" eaLnBrk="1" fontAlgn="auto" latinLnBrk="0" hangingPunct="1">
              <a:lnSpc>
                <a:spcPct val="100000"/>
              </a:lnSpc>
              <a:spcBef>
                <a:spcPts val="0"/>
              </a:spcBef>
              <a:spcAft>
                <a:spcPts val="300"/>
              </a:spcAft>
              <a:buClrTx/>
              <a:buSzTx/>
              <a:buFont typeface="+mj-lt"/>
              <a:buNone/>
              <a:tabLst>
                <a:tab pos="180000" algn="l"/>
              </a:tabLst>
            </a:pPr>
            <a:r>
              <a:rPr lang="en-US" altLang="zh-CN" sz="1200" dirty="0" err="1">
                <a:solidFill>
                  <a:schemeClr val="tx2"/>
                </a:solidFill>
                <a:latin typeface="Nokia Pure Text Light"/>
              </a:rPr>
              <a:t>Bpftool</a:t>
            </a:r>
            <a:r>
              <a:rPr lang="en-US" altLang="zh-CN" sz="1200" dirty="0">
                <a:solidFill>
                  <a:schemeClr val="tx2"/>
                </a:solidFill>
                <a:latin typeface="Nokia Pure Text Light"/>
              </a:rPr>
              <a:t> </a:t>
            </a:r>
            <a:r>
              <a:rPr lang="zh-CN" altLang="en-US" sz="1200" dirty="0">
                <a:solidFill>
                  <a:schemeClr val="tx2"/>
                </a:solidFill>
                <a:latin typeface="Nokia Pure Text Light"/>
              </a:rPr>
              <a:t>常用命令</a:t>
            </a:r>
            <a:endParaRPr kumimoji="0" lang="zh-CN" altLang="en-US" sz="1200" b="0" i="0" u="none" strike="noStrike" kern="1200" cap="none" spc="0" normalizeH="0" baseline="0" noProof="0" dirty="0">
              <a:ln>
                <a:noFill/>
              </a:ln>
              <a:solidFill>
                <a:schemeClr val="tx2"/>
              </a:solidFill>
              <a:effectLst/>
              <a:uLnTx/>
              <a:uFillTx/>
              <a:latin typeface="Nokia Pure Text Light"/>
              <a:ea typeface="+mn-ea"/>
              <a:cs typeface="+mn-cs"/>
            </a:endParaRPr>
          </a:p>
        </p:txBody>
      </p:sp>
      <p:pic>
        <p:nvPicPr>
          <p:cNvPr id="7" name="Picture 6">
            <a:extLst>
              <a:ext uri="{FF2B5EF4-FFF2-40B4-BE49-F238E27FC236}">
                <a16:creationId xmlns:a16="http://schemas.microsoft.com/office/drawing/2014/main" id="{A0E21549-1EC9-00AB-8DD9-4647FE54A923}"/>
              </a:ext>
            </a:extLst>
          </p:cNvPr>
          <p:cNvPicPr>
            <a:picLocks noChangeAspect="1"/>
          </p:cNvPicPr>
          <p:nvPr/>
        </p:nvPicPr>
        <p:blipFill>
          <a:blip r:embed="rId2"/>
          <a:stretch>
            <a:fillRect/>
          </a:stretch>
        </p:blipFill>
        <p:spPr>
          <a:xfrm>
            <a:off x="417600" y="1239187"/>
            <a:ext cx="7622589" cy="1557439"/>
          </a:xfrm>
          <a:prstGeom prst="rect">
            <a:avLst/>
          </a:prstGeom>
        </p:spPr>
      </p:pic>
      <p:pic>
        <p:nvPicPr>
          <p:cNvPr id="10" name="Picture 9">
            <a:extLst>
              <a:ext uri="{FF2B5EF4-FFF2-40B4-BE49-F238E27FC236}">
                <a16:creationId xmlns:a16="http://schemas.microsoft.com/office/drawing/2014/main" id="{CF201453-DAD3-26D9-3FE2-66F95C33C32B}"/>
              </a:ext>
            </a:extLst>
          </p:cNvPr>
          <p:cNvPicPr>
            <a:picLocks noChangeAspect="1"/>
          </p:cNvPicPr>
          <p:nvPr/>
        </p:nvPicPr>
        <p:blipFill>
          <a:blip r:embed="rId3"/>
          <a:stretch>
            <a:fillRect/>
          </a:stretch>
        </p:blipFill>
        <p:spPr>
          <a:xfrm>
            <a:off x="417600" y="2913880"/>
            <a:ext cx="7624033" cy="1422989"/>
          </a:xfrm>
          <a:prstGeom prst="rect">
            <a:avLst/>
          </a:prstGeom>
        </p:spPr>
      </p:pic>
    </p:spTree>
    <p:extLst>
      <p:ext uri="{BB962C8B-B14F-4D97-AF65-F5344CB8AC3E}">
        <p14:creationId xmlns:p14="http://schemas.microsoft.com/office/powerpoint/2010/main" val="31778505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a:t>New points</a:t>
            </a:r>
            <a:r>
              <a:rPr lang="zh-CN" altLang="en-US" dirty="0"/>
              <a:t> </a:t>
            </a:r>
            <a:r>
              <a:rPr lang="en-US" altLang="zh-CN" dirty="0" err="1"/>
              <a:t>erofs</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2651759" y="2650126"/>
            <a:ext cx="2612571" cy="26125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TextBox 6">
            <a:extLst>
              <a:ext uri="{FF2B5EF4-FFF2-40B4-BE49-F238E27FC236}">
                <a16:creationId xmlns:a16="http://schemas.microsoft.com/office/drawing/2014/main" id="{214C0B76-41E7-25F4-BE55-D4C0489AC9FD}"/>
              </a:ext>
            </a:extLst>
          </p:cNvPr>
          <p:cNvSpPr txBox="1"/>
          <p:nvPr/>
        </p:nvSpPr>
        <p:spPr>
          <a:xfrm>
            <a:off x="427808" y="1261351"/>
            <a:ext cx="8288383" cy="2492990"/>
          </a:xfrm>
          <a:prstGeom prst="rect">
            <a:avLst/>
          </a:prstGeom>
          <a:noFill/>
          <a:ln>
            <a:noFill/>
          </a:ln>
        </p:spPr>
        <p:txBody>
          <a:bodyPr wrap="square">
            <a:spAutoFit/>
          </a:bodyPr>
          <a:lstStyle/>
          <a:p>
            <a:r>
              <a:rPr lang="en-US" altLang="zh-CN" sz="1200" dirty="0">
                <a:solidFill>
                  <a:schemeClr val="tx2"/>
                </a:solidFill>
                <a:latin typeface="Nokia Pure Text Light"/>
              </a:rPr>
              <a:t>EROFs </a:t>
            </a:r>
            <a:r>
              <a:rPr lang="zh-CN" altLang="en-US" sz="1200" dirty="0">
                <a:solidFill>
                  <a:schemeClr val="tx2"/>
                </a:solidFill>
                <a:latin typeface="Nokia Pure Text Light"/>
              </a:rPr>
              <a:t>是 </a:t>
            </a:r>
            <a:r>
              <a:rPr lang="en-US" altLang="zh-CN" sz="1200" dirty="0">
                <a:solidFill>
                  <a:schemeClr val="tx2"/>
                </a:solidFill>
                <a:latin typeface="Nokia Pure Text Light"/>
              </a:rPr>
              <a:t>"Enhanced Read-Only File System" </a:t>
            </a:r>
            <a:r>
              <a:rPr lang="zh-CN" altLang="en-US" sz="1200" dirty="0">
                <a:solidFill>
                  <a:schemeClr val="tx2"/>
                </a:solidFill>
                <a:latin typeface="Nokia Pure Text Light"/>
              </a:rPr>
              <a:t>的缩写，意思是增强型只读文件系统。它是由华为开发的一个轻量级、高性能的只读文件系统，旨在提高存储效率和读取性能</a:t>
            </a:r>
            <a:endParaRPr lang="en-US" altLang="zh-CN" sz="1200" dirty="0">
              <a:solidFill>
                <a:schemeClr val="tx2"/>
              </a:solidFill>
              <a:latin typeface="Nokia Pure Text Light"/>
            </a:endParaRPr>
          </a:p>
          <a:p>
            <a:endParaRPr lang="en-US" altLang="zh-CN" sz="1200" dirty="0">
              <a:solidFill>
                <a:schemeClr val="tx2"/>
              </a:solidFill>
              <a:latin typeface="Nokia Pure Text Light"/>
            </a:endParaRPr>
          </a:p>
          <a:p>
            <a:r>
              <a:rPr lang="zh-CN" altLang="en-US" sz="1200" dirty="0">
                <a:solidFill>
                  <a:schemeClr val="tx2"/>
                </a:solidFill>
                <a:latin typeface="Nokia Pure Text Light"/>
              </a:rPr>
              <a:t>特点</a:t>
            </a:r>
          </a:p>
          <a:p>
            <a:pPr>
              <a:buFont typeface="Arial" panose="020B0604020202020204" pitchFamily="34" charset="0"/>
              <a:buChar char="•"/>
            </a:pPr>
            <a:r>
              <a:rPr lang="zh-CN" altLang="en-US" sz="1200" dirty="0">
                <a:solidFill>
                  <a:schemeClr val="tx2"/>
                </a:solidFill>
                <a:latin typeface="Nokia Pure Text Light"/>
              </a:rPr>
              <a:t>高压缩率：</a:t>
            </a:r>
            <a:r>
              <a:rPr lang="en-US" altLang="zh-CN" sz="1200" dirty="0">
                <a:solidFill>
                  <a:schemeClr val="tx2"/>
                </a:solidFill>
                <a:latin typeface="Nokia Pure Text Light"/>
              </a:rPr>
              <a:t>EROFs </a:t>
            </a:r>
            <a:r>
              <a:rPr lang="zh-CN" altLang="en-US" sz="1200" dirty="0">
                <a:solidFill>
                  <a:schemeClr val="tx2"/>
                </a:solidFill>
                <a:latin typeface="Nokia Pure Text Light"/>
              </a:rPr>
              <a:t>支持高效的数据压缩，能够节省存储空间。</a:t>
            </a:r>
          </a:p>
          <a:p>
            <a:pPr>
              <a:buFont typeface="Arial" panose="020B0604020202020204" pitchFamily="34" charset="0"/>
              <a:buChar char="•"/>
            </a:pPr>
            <a:r>
              <a:rPr lang="zh-CN" altLang="en-US" sz="1200" dirty="0">
                <a:solidFill>
                  <a:schemeClr val="tx2"/>
                </a:solidFill>
                <a:latin typeface="Nokia Pure Text Light"/>
              </a:rPr>
              <a:t>高性能：针对只读场景进行了优化，提供了快速的文件读取速度。</a:t>
            </a:r>
          </a:p>
          <a:p>
            <a:pPr>
              <a:buFont typeface="Arial" panose="020B0604020202020204" pitchFamily="34" charset="0"/>
              <a:buChar char="•"/>
            </a:pPr>
            <a:r>
              <a:rPr lang="zh-CN" altLang="en-US" sz="1200" dirty="0">
                <a:solidFill>
                  <a:schemeClr val="tx2"/>
                </a:solidFill>
                <a:latin typeface="Nokia Pure Text Light"/>
              </a:rPr>
              <a:t>轻量级：设计简洁，适用于嵌入式设备和资源受限的环境。</a:t>
            </a:r>
          </a:p>
          <a:p>
            <a:pPr>
              <a:buFont typeface="Arial" panose="020B0604020202020204" pitchFamily="34" charset="0"/>
              <a:buChar char="•"/>
            </a:pPr>
            <a:r>
              <a:rPr lang="zh-CN" altLang="en-US" sz="1200" dirty="0">
                <a:solidFill>
                  <a:schemeClr val="tx2"/>
                </a:solidFill>
                <a:latin typeface="Nokia Pure Text Light"/>
              </a:rPr>
              <a:t>内核集成：</a:t>
            </a:r>
            <a:r>
              <a:rPr lang="en-US" altLang="zh-CN" sz="1200" dirty="0">
                <a:solidFill>
                  <a:schemeClr val="tx2"/>
                </a:solidFill>
                <a:latin typeface="Nokia Pure Text Light"/>
              </a:rPr>
              <a:t>EROFs </a:t>
            </a:r>
            <a:r>
              <a:rPr lang="zh-CN" altLang="en-US" sz="1200" dirty="0">
                <a:solidFill>
                  <a:schemeClr val="tx2"/>
                </a:solidFill>
                <a:latin typeface="Nokia Pure Text Light"/>
              </a:rPr>
              <a:t>已被集成到 </a:t>
            </a:r>
            <a:r>
              <a:rPr lang="en-US" altLang="zh-CN" sz="1200" dirty="0">
                <a:solidFill>
                  <a:schemeClr val="tx2"/>
                </a:solidFill>
                <a:latin typeface="Nokia Pure Text Light"/>
              </a:rPr>
              <a:t>Linux 4.19 </a:t>
            </a:r>
            <a:r>
              <a:rPr lang="zh-CN" altLang="en-US" sz="1200" dirty="0">
                <a:solidFill>
                  <a:schemeClr val="tx2"/>
                </a:solidFill>
                <a:latin typeface="Nokia Pure Text Light"/>
              </a:rPr>
              <a:t>内核主线中，可在主流 </a:t>
            </a:r>
            <a:r>
              <a:rPr lang="en-US" altLang="zh-CN" sz="1200" dirty="0">
                <a:solidFill>
                  <a:schemeClr val="tx2"/>
                </a:solidFill>
                <a:latin typeface="Nokia Pure Text Light"/>
              </a:rPr>
              <a:t>Linux </a:t>
            </a:r>
            <a:r>
              <a:rPr lang="zh-CN" altLang="en-US" sz="1200" dirty="0">
                <a:solidFill>
                  <a:schemeClr val="tx2"/>
                </a:solidFill>
                <a:latin typeface="Nokia Pure Text Light"/>
              </a:rPr>
              <a:t>发行版上使用。</a:t>
            </a:r>
            <a:endParaRPr lang="en-US" altLang="zh-CN" sz="1200" dirty="0">
              <a:solidFill>
                <a:schemeClr val="tx2"/>
              </a:solidFill>
              <a:latin typeface="Nokia Pure Text Light"/>
            </a:endParaRPr>
          </a:p>
          <a:p>
            <a:endParaRPr lang="zh-CN" altLang="en-US" sz="1200" dirty="0">
              <a:solidFill>
                <a:schemeClr val="tx2"/>
              </a:solidFill>
              <a:latin typeface="Nokia Pure Text Light"/>
            </a:endParaRPr>
          </a:p>
          <a:p>
            <a:r>
              <a:rPr lang="zh-CN" altLang="en-US" sz="1200" dirty="0">
                <a:solidFill>
                  <a:schemeClr val="tx2"/>
                </a:solidFill>
                <a:latin typeface="Nokia Pure Text Light"/>
              </a:rPr>
              <a:t>应用场景</a:t>
            </a:r>
          </a:p>
          <a:p>
            <a:pPr>
              <a:buFont typeface="Arial" panose="020B0604020202020204" pitchFamily="34" charset="0"/>
              <a:buChar char="•"/>
            </a:pPr>
            <a:r>
              <a:rPr lang="zh-CN" altLang="en-US" sz="1200" dirty="0">
                <a:solidFill>
                  <a:schemeClr val="tx2"/>
                </a:solidFill>
                <a:latin typeface="Nokia Pure Text Light"/>
              </a:rPr>
              <a:t>移动设备：由于存储空间有限，</a:t>
            </a:r>
            <a:r>
              <a:rPr lang="en-US" altLang="zh-CN" sz="1200" dirty="0">
                <a:solidFill>
                  <a:schemeClr val="tx2"/>
                </a:solidFill>
                <a:latin typeface="Nokia Pure Text Light"/>
              </a:rPr>
              <a:t>EROFs </a:t>
            </a:r>
            <a:r>
              <a:rPr lang="zh-CN" altLang="en-US" sz="1200" dirty="0">
                <a:solidFill>
                  <a:schemeClr val="tx2"/>
                </a:solidFill>
                <a:latin typeface="Nokia Pure Text Light"/>
              </a:rPr>
              <a:t>可用于提高存储利用率。</a:t>
            </a:r>
          </a:p>
          <a:p>
            <a:pPr>
              <a:buFont typeface="Arial" panose="020B0604020202020204" pitchFamily="34" charset="0"/>
              <a:buChar char="•"/>
            </a:pPr>
            <a:r>
              <a:rPr lang="zh-CN" altLang="en-US" sz="1200" dirty="0">
                <a:solidFill>
                  <a:schemeClr val="tx2"/>
                </a:solidFill>
                <a:latin typeface="Nokia Pure Text Light"/>
              </a:rPr>
              <a:t>容器和虚拟化环境：在需要高效交付只读数据的场景下，</a:t>
            </a:r>
            <a:r>
              <a:rPr lang="en-US" altLang="zh-CN" sz="1200" dirty="0">
                <a:solidFill>
                  <a:schemeClr val="tx2"/>
                </a:solidFill>
                <a:latin typeface="Nokia Pure Text Light"/>
              </a:rPr>
              <a:t>EROFs </a:t>
            </a:r>
            <a:r>
              <a:rPr lang="zh-CN" altLang="en-US" sz="1200" dirty="0">
                <a:solidFill>
                  <a:schemeClr val="tx2"/>
                </a:solidFill>
                <a:latin typeface="Nokia Pure Text Light"/>
              </a:rPr>
              <a:t>是一个理想的选择。</a:t>
            </a:r>
          </a:p>
          <a:p>
            <a:pPr>
              <a:buFont typeface="Arial" panose="020B0604020202020204" pitchFamily="34" charset="0"/>
              <a:buChar char="•"/>
            </a:pPr>
            <a:r>
              <a:rPr lang="zh-CN" altLang="en-US" sz="1200" dirty="0">
                <a:solidFill>
                  <a:schemeClr val="tx2"/>
                </a:solidFill>
                <a:latin typeface="Nokia Pure Text Light"/>
              </a:rPr>
              <a:t>嵌入式系统：适用于固件和系统映像的只读存储，提供快速启动和低内存占用</a:t>
            </a:r>
          </a:p>
        </p:txBody>
      </p:sp>
      <p:sp>
        <p:nvSpPr>
          <p:cNvPr id="10" name="TextBox 9">
            <a:extLst>
              <a:ext uri="{FF2B5EF4-FFF2-40B4-BE49-F238E27FC236}">
                <a16:creationId xmlns:a16="http://schemas.microsoft.com/office/drawing/2014/main" id="{079D540E-34E4-FCD7-5EEF-5E596929D1BC}"/>
              </a:ext>
            </a:extLst>
          </p:cNvPr>
          <p:cNvSpPr txBox="1"/>
          <p:nvPr/>
        </p:nvSpPr>
        <p:spPr>
          <a:xfrm>
            <a:off x="2286000" y="370008"/>
            <a:ext cx="4572000" cy="369332"/>
          </a:xfrm>
          <a:prstGeom prst="rect">
            <a:avLst/>
          </a:prstGeom>
          <a:noFill/>
          <a:ln>
            <a:noFill/>
          </a:ln>
        </p:spPr>
        <p:txBody>
          <a:bodyPr wrap="square">
            <a:spAutoFit/>
          </a:bodyPr>
          <a:lstStyle/>
          <a:p>
            <a:r>
              <a:rPr lang="zh-CN" altLang="en-US" dirty="0"/>
              <a:t>。</a:t>
            </a:r>
          </a:p>
        </p:txBody>
      </p:sp>
    </p:spTree>
    <p:extLst>
      <p:ext uri="{BB962C8B-B14F-4D97-AF65-F5344CB8AC3E}">
        <p14:creationId xmlns:p14="http://schemas.microsoft.com/office/powerpoint/2010/main" val="28103137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a:t>New points</a:t>
            </a:r>
            <a:r>
              <a:rPr lang="zh-CN" altLang="en-US" dirty="0"/>
              <a:t> </a:t>
            </a:r>
            <a:r>
              <a:rPr lang="en-US" altLang="zh-CN" dirty="0" err="1"/>
              <a:t>erofs</a:t>
            </a:r>
            <a:r>
              <a:rPr lang="en-US" altLang="zh-CN" dirty="0"/>
              <a:t> PK </a:t>
            </a:r>
            <a:r>
              <a:rPr lang="en-US" altLang="zh-CN" dirty="0" err="1"/>
              <a:t>squashfs</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2651759" y="2650126"/>
            <a:ext cx="2612571" cy="26125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4" name="Picture 3">
            <a:extLst>
              <a:ext uri="{FF2B5EF4-FFF2-40B4-BE49-F238E27FC236}">
                <a16:creationId xmlns:a16="http://schemas.microsoft.com/office/drawing/2014/main" id="{ABBBC98B-05BC-082F-2E46-43C54646AAA8}"/>
              </a:ext>
            </a:extLst>
          </p:cNvPr>
          <p:cNvPicPr>
            <a:picLocks noChangeAspect="1"/>
          </p:cNvPicPr>
          <p:nvPr/>
        </p:nvPicPr>
        <p:blipFill>
          <a:blip r:embed="rId2"/>
          <a:stretch>
            <a:fillRect/>
          </a:stretch>
        </p:blipFill>
        <p:spPr>
          <a:xfrm>
            <a:off x="404537" y="911446"/>
            <a:ext cx="3310508" cy="1505184"/>
          </a:xfrm>
          <a:prstGeom prst="rect">
            <a:avLst/>
          </a:prstGeom>
        </p:spPr>
      </p:pic>
      <p:pic>
        <p:nvPicPr>
          <p:cNvPr id="9" name="Picture 8">
            <a:extLst>
              <a:ext uri="{FF2B5EF4-FFF2-40B4-BE49-F238E27FC236}">
                <a16:creationId xmlns:a16="http://schemas.microsoft.com/office/drawing/2014/main" id="{7F3D6E48-AAB8-E80D-19C6-F7D8A4452150}"/>
              </a:ext>
            </a:extLst>
          </p:cNvPr>
          <p:cNvPicPr>
            <a:picLocks noChangeAspect="1"/>
          </p:cNvPicPr>
          <p:nvPr/>
        </p:nvPicPr>
        <p:blipFill>
          <a:blip r:embed="rId3"/>
          <a:stretch>
            <a:fillRect/>
          </a:stretch>
        </p:blipFill>
        <p:spPr>
          <a:xfrm>
            <a:off x="417600" y="2852579"/>
            <a:ext cx="3310509" cy="1004892"/>
          </a:xfrm>
          <a:prstGeom prst="rect">
            <a:avLst/>
          </a:prstGeom>
        </p:spPr>
      </p:pic>
      <p:pic>
        <p:nvPicPr>
          <p:cNvPr id="12" name="Picture 11">
            <a:extLst>
              <a:ext uri="{FF2B5EF4-FFF2-40B4-BE49-F238E27FC236}">
                <a16:creationId xmlns:a16="http://schemas.microsoft.com/office/drawing/2014/main" id="{1219FAB2-2F1C-8348-ED76-2E34B6261761}"/>
              </a:ext>
            </a:extLst>
          </p:cNvPr>
          <p:cNvPicPr>
            <a:picLocks noChangeAspect="1"/>
          </p:cNvPicPr>
          <p:nvPr/>
        </p:nvPicPr>
        <p:blipFill>
          <a:blip r:embed="rId4"/>
          <a:stretch>
            <a:fillRect/>
          </a:stretch>
        </p:blipFill>
        <p:spPr>
          <a:xfrm>
            <a:off x="4301377" y="911446"/>
            <a:ext cx="2354150" cy="198202"/>
          </a:xfrm>
          <a:prstGeom prst="rect">
            <a:avLst/>
          </a:prstGeom>
        </p:spPr>
      </p:pic>
      <p:pic>
        <p:nvPicPr>
          <p:cNvPr id="14" name="Picture 13">
            <a:extLst>
              <a:ext uri="{FF2B5EF4-FFF2-40B4-BE49-F238E27FC236}">
                <a16:creationId xmlns:a16="http://schemas.microsoft.com/office/drawing/2014/main" id="{6A402059-AC6D-5F28-2843-BB5AA473A5C8}"/>
              </a:ext>
            </a:extLst>
          </p:cNvPr>
          <p:cNvPicPr>
            <a:picLocks noChangeAspect="1"/>
          </p:cNvPicPr>
          <p:nvPr/>
        </p:nvPicPr>
        <p:blipFill>
          <a:blip r:embed="rId5"/>
          <a:stretch>
            <a:fillRect/>
          </a:stretch>
        </p:blipFill>
        <p:spPr>
          <a:xfrm>
            <a:off x="4301377" y="1438514"/>
            <a:ext cx="3546339" cy="1054860"/>
          </a:xfrm>
          <a:prstGeom prst="rect">
            <a:avLst/>
          </a:prstGeom>
        </p:spPr>
      </p:pic>
      <p:pic>
        <p:nvPicPr>
          <p:cNvPr id="16" name="Picture 15">
            <a:extLst>
              <a:ext uri="{FF2B5EF4-FFF2-40B4-BE49-F238E27FC236}">
                <a16:creationId xmlns:a16="http://schemas.microsoft.com/office/drawing/2014/main" id="{1F93AC90-2253-CA38-BB44-B00F18534575}"/>
              </a:ext>
            </a:extLst>
          </p:cNvPr>
          <p:cNvPicPr>
            <a:picLocks noChangeAspect="1"/>
          </p:cNvPicPr>
          <p:nvPr/>
        </p:nvPicPr>
        <p:blipFill>
          <a:blip r:embed="rId6"/>
          <a:stretch>
            <a:fillRect/>
          </a:stretch>
        </p:blipFill>
        <p:spPr>
          <a:xfrm>
            <a:off x="4301377" y="2822240"/>
            <a:ext cx="3633417" cy="1065322"/>
          </a:xfrm>
          <a:prstGeom prst="rect">
            <a:avLst/>
          </a:prstGeom>
        </p:spPr>
      </p:pic>
    </p:spTree>
    <p:extLst>
      <p:ext uri="{BB962C8B-B14F-4D97-AF65-F5344CB8AC3E}">
        <p14:creationId xmlns:p14="http://schemas.microsoft.com/office/powerpoint/2010/main" val="2812823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3731474-A7B8-44C9-BAC7-A176807785C0}"/>
              </a:ext>
            </a:extLst>
          </p:cNvPr>
          <p:cNvSpPr>
            <a:spLocks noGrp="1"/>
          </p:cNvSpPr>
          <p:nvPr>
            <p:ph type="body" sz="quarter" idx="12"/>
          </p:nvPr>
        </p:nvSpPr>
        <p:spPr>
          <a:xfrm>
            <a:off x="417600" y="395946"/>
            <a:ext cx="7668310" cy="340654"/>
          </a:xfrm>
        </p:spPr>
        <p:txBody>
          <a:bodyPr/>
          <a:lstStyle/>
          <a:p>
            <a:r>
              <a:rPr lang="en-US" altLang="zh-CN" dirty="0"/>
              <a:t>New points</a:t>
            </a:r>
            <a:r>
              <a:rPr lang="zh-CN" altLang="en-US" dirty="0"/>
              <a:t> </a:t>
            </a:r>
            <a:r>
              <a:rPr lang="en-US" altLang="zh-CN" dirty="0" err="1"/>
              <a:t>erofs</a:t>
            </a:r>
            <a:r>
              <a:rPr lang="en-US" altLang="zh-CN" dirty="0"/>
              <a:t> PK </a:t>
            </a:r>
            <a:r>
              <a:rPr lang="en-US" altLang="zh-CN" dirty="0" err="1"/>
              <a:t>squashfs</a:t>
            </a:r>
            <a:endParaRPr lang="zh-CN" altLang="en-US" dirty="0"/>
          </a:p>
        </p:txBody>
      </p:sp>
      <p:sp>
        <p:nvSpPr>
          <p:cNvPr id="5" name="Footer Placeholder 4">
            <a:extLst>
              <a:ext uri="{FF2B5EF4-FFF2-40B4-BE49-F238E27FC236}">
                <a16:creationId xmlns:a16="http://schemas.microsoft.com/office/drawing/2014/main" id="{252705BE-8979-479D-92BE-C8AA5A14C909}"/>
              </a:ext>
            </a:extLst>
          </p:cNvPr>
          <p:cNvSpPr>
            <a:spLocks noGrp="1"/>
          </p:cNvSpPr>
          <p:nvPr>
            <p:ph type="ftr" sz="quarter" idx="3"/>
          </p:nvPr>
        </p:nvSpPr>
        <p:spPr/>
        <p:txBody>
          <a:bodyPr/>
          <a:lstStyle/>
          <a:p>
            <a:r>
              <a:rPr lang="en-US"/>
              <a:t>Insert appropriate information classification. Apply document ID (if applicable).</a:t>
            </a:r>
            <a:endParaRPr lang="en-US" dirty="0"/>
          </a:p>
        </p:txBody>
      </p:sp>
      <p:sp>
        <p:nvSpPr>
          <p:cNvPr id="8" name="AutoShape 2" descr="Overview">
            <a:extLst>
              <a:ext uri="{FF2B5EF4-FFF2-40B4-BE49-F238E27FC236}">
                <a16:creationId xmlns:a16="http://schemas.microsoft.com/office/drawing/2014/main" id="{77D3D641-146E-A78E-BA16-AC9F3264DFF7}"/>
              </a:ext>
            </a:extLst>
          </p:cNvPr>
          <p:cNvSpPr>
            <a:spLocks noChangeAspect="1" noChangeArrowheads="1"/>
          </p:cNvSpPr>
          <p:nvPr/>
        </p:nvSpPr>
        <p:spPr bwMode="auto">
          <a:xfrm>
            <a:off x="2651759" y="2650126"/>
            <a:ext cx="2612571" cy="261257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6" name="Picture 5">
            <a:extLst>
              <a:ext uri="{FF2B5EF4-FFF2-40B4-BE49-F238E27FC236}">
                <a16:creationId xmlns:a16="http://schemas.microsoft.com/office/drawing/2014/main" id="{83EB9610-C242-E301-66EE-8F488F0B02FE}"/>
              </a:ext>
            </a:extLst>
          </p:cNvPr>
          <p:cNvPicPr>
            <a:picLocks noChangeAspect="1"/>
          </p:cNvPicPr>
          <p:nvPr/>
        </p:nvPicPr>
        <p:blipFill>
          <a:blip r:embed="rId2"/>
          <a:stretch>
            <a:fillRect/>
          </a:stretch>
        </p:blipFill>
        <p:spPr>
          <a:xfrm>
            <a:off x="476793" y="801018"/>
            <a:ext cx="3688167" cy="3698216"/>
          </a:xfrm>
          <a:prstGeom prst="rect">
            <a:avLst/>
          </a:prstGeom>
        </p:spPr>
      </p:pic>
      <p:sp>
        <p:nvSpPr>
          <p:cNvPr id="10" name="TextBox 9">
            <a:extLst>
              <a:ext uri="{FF2B5EF4-FFF2-40B4-BE49-F238E27FC236}">
                <a16:creationId xmlns:a16="http://schemas.microsoft.com/office/drawing/2014/main" id="{D544E71E-1760-F5A6-08D5-EA6D78183E2F}"/>
              </a:ext>
            </a:extLst>
          </p:cNvPr>
          <p:cNvSpPr txBox="1"/>
          <p:nvPr/>
        </p:nvSpPr>
        <p:spPr>
          <a:xfrm>
            <a:off x="4572000" y="2447208"/>
            <a:ext cx="4008409" cy="276999"/>
          </a:xfrm>
          <a:prstGeom prst="rect">
            <a:avLst/>
          </a:prstGeom>
          <a:noFill/>
          <a:ln>
            <a:noFill/>
          </a:ln>
        </p:spPr>
        <p:txBody>
          <a:bodyPr wrap="square">
            <a:spAutoFit/>
          </a:bodyPr>
          <a:lstStyle/>
          <a:p>
            <a:r>
              <a:rPr lang="zh-CN" altLang="en-US" sz="1200" b="1" dirty="0">
                <a:solidFill>
                  <a:schemeClr val="accent2"/>
                </a:solidFill>
                <a:latin typeface="Nokia Pure Text Light"/>
              </a:rPr>
              <a:t>https://sigma-star.at/blog/2022/07/squashfs-erofs/</a:t>
            </a:r>
          </a:p>
        </p:txBody>
      </p:sp>
    </p:spTree>
    <p:extLst>
      <p:ext uri="{BB962C8B-B14F-4D97-AF65-F5344CB8AC3E}">
        <p14:creationId xmlns:p14="http://schemas.microsoft.com/office/powerpoint/2010/main" val="6565134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3592862"/>
      </p:ext>
    </p:extLst>
  </p:cSld>
  <p:clrMapOvr>
    <a:masterClrMapping/>
  </p:clrMapOvr>
</p:sld>
</file>

<file path=ppt/theme/theme1.xml><?xml version="1.0" encoding="utf-8"?>
<a:theme xmlns:a="http://schemas.openxmlformats.org/drawingml/2006/main" name="1. Master">
  <a:themeElements>
    <a:clrScheme name="Nokia 2023.1">
      <a:dk1>
        <a:srgbClr val="CCCCCC"/>
      </a:dk1>
      <a:lt1>
        <a:srgbClr val="FFFFFF"/>
      </a:lt1>
      <a:dk2>
        <a:srgbClr val="001135"/>
      </a:dk2>
      <a:lt2>
        <a:srgbClr val="666666"/>
      </a:lt2>
      <a:accent1>
        <a:srgbClr val="005AFF"/>
      </a:accent1>
      <a:accent2>
        <a:srgbClr val="23ABB6"/>
      </a:accent2>
      <a:accent3>
        <a:srgbClr val="37CC73"/>
      </a:accent3>
      <a:accent4>
        <a:srgbClr val="F47F31"/>
      </a:accent4>
      <a:accent5>
        <a:srgbClr val="E03DCD"/>
      </a:accent5>
      <a:accent6>
        <a:srgbClr val="7D33F2"/>
      </a:accent6>
      <a:hlink>
        <a:srgbClr val="001135"/>
      </a:hlink>
      <a:folHlink>
        <a:srgbClr val="005AFF"/>
      </a:folHlink>
    </a:clrScheme>
    <a:fontScheme name="Nokia 2023">
      <a:majorFont>
        <a:latin typeface="Nokia Pure Headline Light"/>
        <a:ea typeface=""/>
        <a:cs typeface=""/>
      </a:majorFont>
      <a:minorFont>
        <a:latin typeface="Nokia Pure Text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algn="l">
          <a:spcAft>
            <a:spcPts val="300"/>
          </a:spcAft>
          <a:buSzPct val="100000"/>
          <a:defRPr sz="1200" dirty="0" smtClean="0">
            <a:solidFill>
              <a:schemeClr val="tx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square" lIns="0" tIns="0" rIns="0" bIns="0" rtlCol="0">
        <a:noAutofit/>
      </a:bodyPr>
      <a:lstStyle>
        <a:defPPr marL="0" marR="0" indent="0" algn="l" defTabSz="180000" rtl="0" eaLnBrk="1" fontAlgn="auto" latinLnBrk="0" hangingPunct="1">
          <a:lnSpc>
            <a:spcPct val="100000"/>
          </a:lnSpc>
          <a:spcBef>
            <a:spcPts val="0"/>
          </a:spcBef>
          <a:spcAft>
            <a:spcPts val="300"/>
          </a:spcAft>
          <a:buClrTx/>
          <a:buSzTx/>
          <a:buFont typeface="+mj-lt"/>
          <a:buNone/>
          <a:tabLst>
            <a:tab pos="180000" algn="l"/>
          </a:tabLst>
          <a:defRPr kumimoji="0" sz="1200" b="0" i="0" u="none" strike="noStrike" kern="1200" cap="none" spc="0" normalizeH="0" baseline="0" noProof="0" dirty="0" smtClean="0">
            <a:ln>
              <a:noFill/>
            </a:ln>
            <a:solidFill>
              <a:schemeClr val="tx2"/>
            </a:solidFill>
            <a:effectLst/>
            <a:uLnTx/>
            <a:uFillTx/>
            <a:latin typeface="Nokia Pure Text Light"/>
            <a:ea typeface="+mn-ea"/>
            <a:cs typeface="+mn-cs"/>
          </a:defRPr>
        </a:defPPr>
      </a:lstStyle>
    </a:txDef>
  </a:objectDefaults>
  <a:extraClrSchemeLst/>
  <a:extLst>
    <a:ext uri="{05A4C25C-085E-4340-85A3-A5531E510DB2}">
      <thm15:themeFamily xmlns:thm15="http://schemas.microsoft.com/office/thememl/2012/main" name="Nokia 2023 - PowerPoint template v1.3.1" id="{C6498D32-F607-4A45-B982-8AB9B1E711BF}" vid="{17D9628A-55E8-4D30-9A9A-80D51FD39DF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ResrcID37342_Nokia 2023 - PowerPoint template v1.3.1</Template>
  <TotalTime>17860</TotalTime>
  <Words>2719</Words>
  <Application>Microsoft Office PowerPoint</Application>
  <PresentationFormat>On-screen Show (16:9)</PresentationFormat>
  <Paragraphs>277</Paragraphs>
  <Slides>61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61</vt:i4>
      </vt:variant>
    </vt:vector>
  </HeadingPairs>
  <TitlesOfParts>
    <vt:vector size="72" baseType="lpstr">
      <vt:lpstr>Arial Unicode MS</vt:lpstr>
      <vt:lpstr>Optima-Regular</vt:lpstr>
      <vt:lpstr>Arial</vt:lpstr>
      <vt:lpstr>Calibri</vt:lpstr>
      <vt:lpstr>Nokia Pure Headline Light</vt:lpstr>
      <vt:lpstr>Nokia Pure Headline Ultra Light</vt:lpstr>
      <vt:lpstr>Nokia Pure Text</vt:lpstr>
      <vt:lpstr>Nokia Pure Text Light</vt:lpstr>
      <vt:lpstr>Symbol</vt:lpstr>
      <vt:lpstr>Wingdings</vt:lpstr>
      <vt:lpstr>1. Master</vt:lpstr>
      <vt:lpstr>EBPF introduction and practice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the key message, idea or takeaway?</dc:title>
  <dc:creator>Xili Zhang (NSB)</dc:creator>
  <cp:lastModifiedBy>Yifei B. Zhang (NSB)</cp:lastModifiedBy>
  <cp:revision>119</cp:revision>
  <dcterms:created xsi:type="dcterms:W3CDTF">2023-05-10T04:59:41Z</dcterms:created>
  <dcterms:modified xsi:type="dcterms:W3CDTF">2024-11-14T02:08:15Z</dcterms:modified>
</cp:coreProperties>
</file>